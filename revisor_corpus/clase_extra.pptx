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3" r:id="rId4"/>
    <p:sldId id="258" r:id="rId5"/>
    <p:sldId id="264" r:id="rId6"/>
    <p:sldId id="265" r:id="rId7"/>
    <p:sldId id="259" r:id="rId8"/>
    <p:sldId id="260" r:id="rId9"/>
    <p:sldId id="267" r:id="rId19"/>
    <p:sldId id="266" r:id="rId18"/>
    <p:sldId id="262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76EA"/>
    <a:srgbClr val="5A18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1FCFAA-7ECA-4D76-885D-D37ABD2E67D0}" v="5" dt="2026-09-26T20:20:07.1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10.xml"/><Relationship Id="rId19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ahuel Roel" userId="f57eb92d7f62e27b" providerId="LiveId" clId="{1698397B-2804-4513-BF38-7951CB4798F0}"/>
    <pc:docChg chg="undo redo custSel addSld delSld modSld sldOrd">
      <pc:chgData name="Nahuel Roel" userId="f57eb92d7f62e27b" providerId="LiveId" clId="{1698397B-2804-4513-BF38-7951CB4798F0}" dt="2026-09-26T20:28:16.768" v="401" actId="478"/>
      <pc:docMkLst>
        <pc:docMk/>
      </pc:docMkLst>
      <pc:sldChg chg="delSp modSp mod">
        <pc:chgData name="Nahuel Roel" userId="f57eb92d7f62e27b" providerId="LiveId" clId="{1698397B-2804-4513-BF38-7951CB4798F0}" dt="2026-09-26T20:28:16.768" v="401" actId="478"/>
        <pc:sldMkLst>
          <pc:docMk/>
          <pc:sldMk cId="0" sldId="256"/>
        </pc:sldMkLst>
        <pc:spChg chg="mod">
          <ac:chgData name="Nahuel Roel" userId="f57eb92d7f62e27b" providerId="LiveId" clId="{1698397B-2804-4513-BF38-7951CB4798F0}" dt="2026-09-26T20:28:10.416" v="398" actId="1076"/>
          <ac:spMkLst>
            <pc:docMk/>
            <pc:sldMk cId="0" sldId="256"/>
            <ac:spMk id="2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8:16.768" v="401" actId="478"/>
          <ac:spMkLst>
            <pc:docMk/>
            <pc:sldMk cId="0" sldId="256"/>
            <ac:spMk id="3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8:12.245" v="399" actId="1076"/>
          <ac:spMkLst>
            <pc:docMk/>
            <pc:sldMk cId="0" sldId="256"/>
            <ac:spMk id="6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8:14.027" v="400" actId="478"/>
          <ac:spMkLst>
            <pc:docMk/>
            <pc:sldMk cId="0" sldId="256"/>
            <ac:spMk id="7" creationId="{00000000-0000-0000-0000-000000000000}"/>
          </ac:spMkLst>
        </pc:spChg>
      </pc:sldChg>
      <pc:sldChg chg="delSp modSp mod">
        <pc:chgData name="Nahuel Roel" userId="f57eb92d7f62e27b" providerId="LiveId" clId="{1698397B-2804-4513-BF38-7951CB4798F0}" dt="2026-09-26T20:28:06.699" v="397" actId="478"/>
        <pc:sldMkLst>
          <pc:docMk/>
          <pc:sldMk cId="0" sldId="257"/>
        </pc:sldMkLst>
        <pc:spChg chg="del">
          <ac:chgData name="Nahuel Roel" userId="f57eb92d7f62e27b" providerId="LiveId" clId="{1698397B-2804-4513-BF38-7951CB4798F0}" dt="2026-09-26T20:28:06.699" v="397" actId="478"/>
          <ac:spMkLst>
            <pc:docMk/>
            <pc:sldMk cId="0" sldId="257"/>
            <ac:spMk id="3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8:01.996" v="395" actId="478"/>
          <ac:spMkLst>
            <pc:docMk/>
            <pc:sldMk cId="0" sldId="257"/>
            <ac:spMk id="4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4:04.882" v="302" actId="6549"/>
          <ac:spMkLst>
            <pc:docMk/>
            <pc:sldMk cId="0" sldId="257"/>
            <ac:spMk id="16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8:04.870" v="396" actId="20577"/>
          <ac:spMkLst>
            <pc:docMk/>
            <pc:sldMk cId="0" sldId="257"/>
            <ac:spMk id="17" creationId="{00000000-0000-0000-0000-000000000000}"/>
          </ac:spMkLst>
        </pc:spChg>
      </pc:sldChg>
      <pc:sldChg chg="addSp delSp modSp mod">
        <pc:chgData name="Nahuel Roel" userId="f57eb92d7f62e27b" providerId="LiveId" clId="{1698397B-2804-4513-BF38-7951CB4798F0}" dt="2026-09-26T20:20:05.060" v="224" actId="20577"/>
        <pc:sldMkLst>
          <pc:docMk/>
          <pc:sldMk cId="0" sldId="258"/>
        </pc:sldMkLst>
        <pc:spChg chg="mod">
          <ac:chgData name="Nahuel Roel" userId="f57eb92d7f62e27b" providerId="LiveId" clId="{1698397B-2804-4513-BF38-7951CB4798F0}" dt="2026-09-26T20:20:05.060" v="224" actId="20577"/>
          <ac:spMkLst>
            <pc:docMk/>
            <pc:sldMk cId="0" sldId="258"/>
            <ac:spMk id="2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29.308" v="0" actId="478"/>
          <ac:spMkLst>
            <pc:docMk/>
            <pc:sldMk cId="0" sldId="258"/>
            <ac:spMk id="3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48.956" v="17" actId="478"/>
          <ac:spMkLst>
            <pc:docMk/>
            <pc:sldMk cId="0" sldId="258"/>
            <ac:spMk id="4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34.894" v="9" actId="478"/>
          <ac:spMkLst>
            <pc:docMk/>
            <pc:sldMk cId="0" sldId="258"/>
            <ac:spMk id="5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33.748" v="6" actId="478"/>
          <ac:spMkLst>
            <pc:docMk/>
            <pc:sldMk cId="0" sldId="258"/>
            <ac:spMk id="6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20:10:34.559" v="8" actId="478"/>
          <ac:spMkLst>
            <pc:docMk/>
            <pc:sldMk cId="0" sldId="258"/>
            <ac:spMk id="7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31.569" v="3" actId="478"/>
          <ac:spMkLst>
            <pc:docMk/>
            <pc:sldMk cId="0" sldId="258"/>
            <ac:spMk id="8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10:30.686" v="1" actId="478"/>
          <ac:spMkLst>
            <pc:docMk/>
            <pc:sldMk cId="0" sldId="258"/>
            <ac:spMk id="9" creationId="{00000000-0000-0000-0000-000000000000}"/>
          </ac:spMkLst>
        </pc:spChg>
        <pc:spChg chg="del mod">
          <ac:chgData name="Nahuel Roel" userId="f57eb92d7f62e27b" providerId="LiveId" clId="{1698397B-2804-4513-BF38-7951CB4798F0}" dt="2026-09-26T20:10:33.012" v="5" actId="478"/>
          <ac:spMkLst>
            <pc:docMk/>
            <pc:sldMk cId="0" sldId="258"/>
            <ac:spMk id="10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11:55.088" v="31" actId="14100"/>
          <ac:spMkLst>
            <pc:docMk/>
            <pc:sldMk cId="0" sldId="258"/>
            <ac:spMk id="11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18:54.479" v="86" actId="20577"/>
          <ac:spMkLst>
            <pc:docMk/>
            <pc:sldMk cId="0" sldId="258"/>
            <ac:spMk id="12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18:59.016" v="113" actId="20577"/>
          <ac:spMkLst>
            <pc:docMk/>
            <pc:sldMk cId="0" sldId="258"/>
            <ac:spMk id="13" creationId="{00000000-0000-0000-0000-000000000000}"/>
          </ac:spMkLst>
        </pc:spChg>
        <pc:spChg chg="add mod">
          <ac:chgData name="Nahuel Roel" userId="f57eb92d7f62e27b" providerId="LiveId" clId="{1698397B-2804-4513-BF38-7951CB4798F0}" dt="2026-09-26T20:13:52.235" v="66" actId="14100"/>
          <ac:spMkLst>
            <pc:docMk/>
            <pc:sldMk cId="0" sldId="258"/>
            <ac:spMk id="15" creationId="{1ED05ED1-CE50-06A2-178F-B4365671B18F}"/>
          </ac:spMkLst>
        </pc:spChg>
        <pc:spChg chg="add mod">
          <ac:chgData name="Nahuel Roel" userId="f57eb92d7f62e27b" providerId="LiveId" clId="{1698397B-2804-4513-BF38-7951CB4798F0}" dt="2026-09-26T20:19:49.957" v="214" actId="20577"/>
          <ac:spMkLst>
            <pc:docMk/>
            <pc:sldMk cId="0" sldId="258"/>
            <ac:spMk id="17" creationId="{1291722D-C809-2238-9939-339690D52438}"/>
          </ac:spMkLst>
        </pc:spChg>
        <pc:picChg chg="add mod">
          <ac:chgData name="Nahuel Roel" userId="f57eb92d7f62e27b" providerId="LiveId" clId="{1698397B-2804-4513-BF38-7951CB4798F0}" dt="2026-09-26T20:18:02.073" v="74" actId="1076"/>
          <ac:picMkLst>
            <pc:docMk/>
            <pc:sldMk cId="0" sldId="258"/>
            <ac:picMk id="19" creationId="{B4D1304C-9DB8-ADA7-9C94-5BFB501CEB80}"/>
          </ac:picMkLst>
        </pc:picChg>
      </pc:sldChg>
      <pc:sldChg chg="delSp modSp mod">
        <pc:chgData name="Nahuel Roel" userId="f57eb92d7f62e27b" providerId="LiveId" clId="{1698397B-2804-4513-BF38-7951CB4798F0}" dt="2026-09-26T20:27:08.471" v="394" actId="1076"/>
        <pc:sldMkLst>
          <pc:docMk/>
          <pc:sldMk cId="0" sldId="259"/>
        </pc:sldMkLst>
        <pc:spChg chg="mod">
          <ac:chgData name="Nahuel Roel" userId="f57eb92d7f62e27b" providerId="LiveId" clId="{1698397B-2804-4513-BF38-7951CB4798F0}" dt="2026-09-26T20:25:29.611" v="349" actId="20577"/>
          <ac:spMkLst>
            <pc:docMk/>
            <pc:sldMk cId="0" sldId="259"/>
            <ac:spMk id="2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5:31.966" v="350" actId="21"/>
          <ac:spMkLst>
            <pc:docMk/>
            <pc:sldMk cId="0" sldId="259"/>
            <ac:spMk id="3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6:51.559" v="390" actId="478"/>
          <ac:spMkLst>
            <pc:docMk/>
            <pc:sldMk cId="0" sldId="259"/>
            <ac:spMk id="4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49.641" v="389" actId="207"/>
          <ac:spMkLst>
            <pc:docMk/>
            <pc:sldMk cId="0" sldId="259"/>
            <ac:spMk id="5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8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9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49.641" v="389" actId="207"/>
          <ac:spMkLst>
            <pc:docMk/>
            <pc:sldMk cId="0" sldId="259"/>
            <ac:spMk id="11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37.248" v="388" actId="20577"/>
          <ac:spMkLst>
            <pc:docMk/>
            <pc:sldMk cId="0" sldId="259"/>
            <ac:spMk id="13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14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16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49.641" v="389" actId="207"/>
          <ac:spMkLst>
            <pc:docMk/>
            <pc:sldMk cId="0" sldId="259"/>
            <ac:spMk id="17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20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7:08.471" v="394" actId="1076"/>
          <ac:spMkLst>
            <pc:docMk/>
            <pc:sldMk cId="0" sldId="259"/>
            <ac:spMk id="22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6:49.641" v="389" actId="207"/>
          <ac:spMkLst>
            <pc:docMk/>
            <pc:sldMk cId="0" sldId="259"/>
            <ac:spMk id="23" creationId="{00000000-0000-0000-0000-000000000000}"/>
          </ac:spMkLst>
        </pc:spChg>
      </pc:sldChg>
      <pc:sldChg chg="delSp del mod">
        <pc:chgData name="Nahuel Roel" userId="f57eb92d7f62e27b" providerId="LiveId" clId="{1698397B-2804-4513-BF38-7951CB4798F0}" dt="2026-09-26T20:26:28.113" v="383" actId="47"/>
        <pc:sldMkLst>
          <pc:docMk/>
          <pc:sldMk cId="0" sldId="261"/>
        </pc:sldMkLst>
        <pc:spChg chg="del">
          <ac:chgData name="Nahuel Roel" userId="f57eb92d7f62e27b" providerId="LiveId" clId="{1698397B-2804-4513-BF38-7951CB4798F0}" dt="2026-09-26T20:25:52.738" v="363" actId="21"/>
          <ac:spMkLst>
            <pc:docMk/>
            <pc:sldMk cId="0" sldId="261"/>
            <ac:spMk id="2" creationId="{00000000-0000-0000-0000-000000000000}"/>
          </ac:spMkLst>
        </pc:spChg>
      </pc:sldChg>
      <pc:sldChg chg="addSp delSp modSp mod ord">
        <pc:chgData name="Nahuel Roel" userId="f57eb92d7f62e27b" providerId="LiveId" clId="{1698397B-2804-4513-BF38-7951CB4798F0}" dt="2026-09-26T20:26:23.366" v="382" actId="313"/>
        <pc:sldMkLst>
          <pc:docMk/>
          <pc:sldMk cId="0" sldId="262"/>
        </pc:sldMkLst>
        <pc:spChg chg="del">
          <ac:chgData name="Nahuel Roel" userId="f57eb92d7f62e27b" providerId="LiveId" clId="{1698397B-2804-4513-BF38-7951CB4798F0}" dt="2026-09-26T20:25:41.617" v="353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Nahuel Roel" userId="f57eb92d7f62e27b" providerId="LiveId" clId="{1698397B-2804-4513-BF38-7951CB4798F0}" dt="2026-09-26T20:25:46.761" v="361" actId="20577"/>
          <ac:spMkLst>
            <pc:docMk/>
            <pc:sldMk cId="0" sldId="262"/>
            <ac:spMk id="3" creationId="{00000000-0000-0000-0000-000000000000}"/>
          </ac:spMkLst>
        </pc:spChg>
        <pc:spChg chg="del">
          <ac:chgData name="Nahuel Roel" userId="f57eb92d7f62e27b" providerId="LiveId" clId="{1698397B-2804-4513-BF38-7951CB4798F0}" dt="2026-09-26T20:25:49.905" v="362" actId="478"/>
          <ac:spMkLst>
            <pc:docMk/>
            <pc:sldMk cId="0" sldId="262"/>
            <ac:spMk id="4" creationId="{00000000-0000-0000-0000-000000000000}"/>
          </ac:spMkLst>
        </pc:spChg>
        <pc:spChg chg="add mod">
          <ac:chgData name="Nahuel Roel" userId="f57eb92d7f62e27b" providerId="LiveId" clId="{1698397B-2804-4513-BF38-7951CB4798F0}" dt="2026-09-26T20:25:58.969" v="366" actId="1076"/>
          <ac:spMkLst>
            <pc:docMk/>
            <pc:sldMk cId="0" sldId="262"/>
            <ac:spMk id="6" creationId="{5DEF2027-0747-FA2E-1227-2DA6BFBD4726}"/>
          </ac:spMkLst>
        </pc:spChg>
        <pc:spChg chg="add mod">
          <ac:chgData name="Nahuel Roel" userId="f57eb92d7f62e27b" providerId="LiveId" clId="{1698397B-2804-4513-BF38-7951CB4798F0}" dt="2026-09-26T20:26:08.988" v="369" actId="1076"/>
          <ac:spMkLst>
            <pc:docMk/>
            <pc:sldMk cId="0" sldId="262"/>
            <ac:spMk id="8" creationId="{B76805F3-EB20-5347-6375-5560CC710DE1}"/>
          </ac:spMkLst>
        </pc:spChg>
        <pc:spChg chg="add mod">
          <ac:chgData name="Nahuel Roel" userId="f57eb92d7f62e27b" providerId="LiveId" clId="{1698397B-2804-4513-BF38-7951CB4798F0}" dt="2026-09-26T20:26:23.366" v="382" actId="313"/>
          <ac:spMkLst>
            <pc:docMk/>
            <pc:sldMk cId="0" sldId="262"/>
            <ac:spMk id="10" creationId="{B7E35F91-C4B0-63AC-AA54-9A7227871712}"/>
          </ac:spMkLst>
        </pc:spChg>
      </pc:sldChg>
      <pc:sldChg chg="addSp delSp modSp add mod ord">
        <pc:chgData name="Nahuel Roel" userId="f57eb92d7f62e27b" providerId="LiveId" clId="{1698397B-2804-4513-BF38-7951CB4798F0}" dt="2026-09-26T20:20:00.715" v="221" actId="1076"/>
        <pc:sldMkLst>
          <pc:docMk/>
          <pc:sldMk cId="245088736" sldId="263"/>
        </pc:sldMkLst>
        <pc:spChg chg="mod">
          <ac:chgData name="Nahuel Roel" userId="f57eb92d7f62e27b" providerId="LiveId" clId="{1698397B-2804-4513-BF38-7951CB4798F0}" dt="2026-09-26T20:20:00.715" v="221" actId="1076"/>
          <ac:spMkLst>
            <pc:docMk/>
            <pc:sldMk cId="245088736" sldId="263"/>
            <ac:spMk id="2" creationId="{45FBCF84-BF0C-00DD-1115-ECF03D12DDA6}"/>
          </ac:spMkLst>
        </pc:spChg>
        <pc:picChg chg="add mod modCrop">
          <ac:chgData name="Nahuel Roel" userId="f57eb92d7f62e27b" providerId="LiveId" clId="{1698397B-2804-4513-BF38-7951CB4798F0}" dt="2026-09-26T20:18:42.898" v="83" actId="14100"/>
          <ac:picMkLst>
            <pc:docMk/>
            <pc:sldMk cId="245088736" sldId="263"/>
            <ac:picMk id="4" creationId="{73C89965-8635-48DC-08A7-A026EB8E9D94}"/>
          </ac:picMkLst>
        </pc:picChg>
        <pc:picChg chg="del">
          <ac:chgData name="Nahuel Roel" userId="f57eb92d7f62e27b" providerId="LiveId" clId="{1698397B-2804-4513-BF38-7951CB4798F0}" dt="2026-09-26T20:18:28.706" v="76" actId="478"/>
          <ac:picMkLst>
            <pc:docMk/>
            <pc:sldMk cId="245088736" sldId="263"/>
            <ac:picMk id="19" creationId="{EE1F7891-58B8-4FC7-A75B-047789C4A474}"/>
          </ac:picMkLst>
        </pc:picChg>
      </pc:sldChg>
      <pc:sldChg chg="addSp delSp modSp add mod">
        <pc:chgData name="Nahuel Roel" userId="f57eb92d7f62e27b" providerId="LiveId" clId="{1698397B-2804-4513-BF38-7951CB4798F0}" dt="2026-09-26T20:23:33.699" v="261" actId="20577"/>
        <pc:sldMkLst>
          <pc:docMk/>
          <pc:sldMk cId="3812165332" sldId="264"/>
        </pc:sldMkLst>
        <pc:spChg chg="mod">
          <ac:chgData name="Nahuel Roel" userId="f57eb92d7f62e27b" providerId="LiveId" clId="{1698397B-2804-4513-BF38-7951CB4798F0}" dt="2026-09-26T20:20:09.480" v="227" actId="20577"/>
          <ac:spMkLst>
            <pc:docMk/>
            <pc:sldMk cId="3812165332" sldId="264"/>
            <ac:spMk id="2" creationId="{1B8BE186-2227-0AEE-46BF-1738518AF7E2}"/>
          </ac:spMkLst>
        </pc:spChg>
        <pc:spChg chg="mod">
          <ac:chgData name="Nahuel Roel" userId="f57eb92d7f62e27b" providerId="LiveId" clId="{1698397B-2804-4513-BF38-7951CB4798F0}" dt="2026-09-26T20:23:25.442" v="259" actId="20577"/>
          <ac:spMkLst>
            <pc:docMk/>
            <pc:sldMk cId="3812165332" sldId="264"/>
            <ac:spMk id="12" creationId="{FF346D48-99B4-78ED-CF54-DB6A3D402E26}"/>
          </ac:spMkLst>
        </pc:spChg>
        <pc:spChg chg="mod">
          <ac:chgData name="Nahuel Roel" userId="f57eb92d7f62e27b" providerId="LiveId" clId="{1698397B-2804-4513-BF38-7951CB4798F0}" dt="2026-09-26T20:23:33.699" v="261" actId="20577"/>
          <ac:spMkLst>
            <pc:docMk/>
            <pc:sldMk cId="3812165332" sldId="264"/>
            <ac:spMk id="13" creationId="{961D826F-99A4-C802-E6F8-FA059D329199}"/>
          </ac:spMkLst>
        </pc:spChg>
        <pc:spChg chg="mod">
          <ac:chgData name="Nahuel Roel" userId="f57eb92d7f62e27b" providerId="LiveId" clId="{1698397B-2804-4513-BF38-7951CB4798F0}" dt="2026-09-26T20:22:45.511" v="246" actId="313"/>
          <ac:spMkLst>
            <pc:docMk/>
            <pc:sldMk cId="3812165332" sldId="264"/>
            <ac:spMk id="17" creationId="{BFEECB63-4CC8-9CA3-665B-7BF2CFCADD52}"/>
          </ac:spMkLst>
        </pc:spChg>
        <pc:picChg chg="add del mod">
          <ac:chgData name="Nahuel Roel" userId="f57eb92d7f62e27b" providerId="LiveId" clId="{1698397B-2804-4513-BF38-7951CB4798F0}" dt="2026-09-26T20:22:48.333" v="248" actId="478"/>
          <ac:picMkLst>
            <pc:docMk/>
            <pc:sldMk cId="3812165332" sldId="264"/>
            <ac:picMk id="4" creationId="{9CDCAB2A-AA65-2A24-B758-C8DB3F2D7B8D}"/>
          </ac:picMkLst>
        </pc:picChg>
        <pc:picChg chg="add mod">
          <ac:chgData name="Nahuel Roel" userId="f57eb92d7f62e27b" providerId="LiveId" clId="{1698397B-2804-4513-BF38-7951CB4798F0}" dt="2026-09-26T20:23:12.245" v="255" actId="1076"/>
          <ac:picMkLst>
            <pc:docMk/>
            <pc:sldMk cId="3812165332" sldId="264"/>
            <ac:picMk id="6" creationId="{245D6323-744C-FC64-081D-3F6868E6F7DA}"/>
          </ac:picMkLst>
        </pc:picChg>
        <pc:picChg chg="add del">
          <ac:chgData name="Nahuel Roel" userId="f57eb92d7f62e27b" providerId="LiveId" clId="{1698397B-2804-4513-BF38-7951CB4798F0}" dt="2026-09-26T20:22:48.720" v="249" actId="478"/>
          <ac:picMkLst>
            <pc:docMk/>
            <pc:sldMk cId="3812165332" sldId="264"/>
            <ac:picMk id="19" creationId="{30F018FA-11D4-9F7F-4312-12FEA39A153C}"/>
          </ac:picMkLst>
        </pc:picChg>
      </pc:sldChg>
      <pc:sldChg chg="addSp delSp modSp add mod">
        <pc:chgData name="Nahuel Roel" userId="f57eb92d7f62e27b" providerId="LiveId" clId="{1698397B-2804-4513-BF38-7951CB4798F0}" dt="2026-09-26T20:25:14.207" v="315" actId="1076"/>
        <pc:sldMkLst>
          <pc:docMk/>
          <pc:sldMk cId="972062348" sldId="265"/>
        </pc:sldMkLst>
        <pc:spChg chg="mod">
          <ac:chgData name="Nahuel Roel" userId="f57eb92d7f62e27b" providerId="LiveId" clId="{1698397B-2804-4513-BF38-7951CB4798F0}" dt="2026-09-26T20:23:20.944" v="257" actId="20577"/>
          <ac:spMkLst>
            <pc:docMk/>
            <pc:sldMk cId="972062348" sldId="265"/>
            <ac:spMk id="2" creationId="{21E0B84E-B772-A594-B980-A7B918F749C6}"/>
          </ac:spMkLst>
        </pc:spChg>
        <pc:spChg chg="mod">
          <ac:chgData name="Nahuel Roel" userId="f57eb92d7f62e27b" providerId="LiveId" clId="{1698397B-2804-4513-BF38-7951CB4798F0}" dt="2026-09-26T20:24:17.128" v="303"/>
          <ac:spMkLst>
            <pc:docMk/>
            <pc:sldMk cId="972062348" sldId="265"/>
            <ac:spMk id="13" creationId="{0C2592C3-39BA-DB09-D0F1-BF73ED6DEC99}"/>
          </ac:spMkLst>
        </pc:spChg>
        <pc:spChg chg="mod">
          <ac:chgData name="Nahuel Roel" userId="f57eb92d7f62e27b" providerId="LiveId" clId="{1698397B-2804-4513-BF38-7951CB4798F0}" dt="2026-09-26T20:24:37.628" v="307" actId="114"/>
          <ac:spMkLst>
            <pc:docMk/>
            <pc:sldMk cId="972062348" sldId="265"/>
            <ac:spMk id="17" creationId="{90C1F140-6606-DACA-D829-EF5414EB787C}"/>
          </ac:spMkLst>
        </pc:spChg>
        <pc:picChg chg="add mod">
          <ac:chgData name="Nahuel Roel" userId="f57eb92d7f62e27b" providerId="LiveId" clId="{1698397B-2804-4513-BF38-7951CB4798F0}" dt="2026-09-26T20:25:14.207" v="315" actId="1076"/>
          <ac:picMkLst>
            <pc:docMk/>
            <pc:sldMk cId="972062348" sldId="265"/>
            <ac:picMk id="4" creationId="{D54C38F1-EA41-E117-080D-6E72D97DB534}"/>
          </ac:picMkLst>
        </pc:picChg>
        <pc:picChg chg="del">
          <ac:chgData name="Nahuel Roel" userId="f57eb92d7f62e27b" providerId="LiveId" clId="{1698397B-2804-4513-BF38-7951CB4798F0}" dt="2026-09-26T20:25:01.274" v="308" actId="478"/>
          <ac:picMkLst>
            <pc:docMk/>
            <pc:sldMk cId="972062348" sldId="265"/>
            <ac:picMk id="6" creationId="{21AE8783-30D3-B8F4-173A-AB2594BA4003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4520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6F366-B1AE-D3B5-0FA2-E78D02510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57C39E-486C-E1F3-7DAC-2679F87D75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0B6AA2-6AA0-AD02-EEEE-5B7A87DA9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69FAD-01DA-896F-5923-C419DFEF61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2251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DB7E8-D664-8419-CBB0-25A186408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50BBC-1509-CC64-7D62-E0AF89569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2312B-8A5C-0CE5-C2A0-DC71895614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663D8D-1FAE-C4AD-88F9-72D9126D0A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8225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E2FF5-C0AA-82F2-DEEA-B992D2D9B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F85CBF-18AB-462F-4173-771BCA9B7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8AB757-E631-A6F9-48D2-A4E45CB8F1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91EA3-E659-1AB4-498B-0A29BBB58C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91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image" Target="../media/image13.png"/><Relationship Id="rId7" Type="http://schemas.openxmlformats.org/officeDocument/2006/relationships/image" Target="../media/image17.png"/><Relationship Id="rId8" Type="http://schemas.openxmlformats.org/officeDocument/2006/relationships/image" Target="../media/image21.png"/><Relationship Id="rId9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0.png"/><Relationship Id="rId6" Type="http://schemas.openxmlformats.org/officeDocument/2006/relationships/image" Target="../media/image14.png"/><Relationship Id="rId7" Type="http://schemas.openxmlformats.org/officeDocument/2006/relationships/image" Target="../media/image18.png"/><Relationship Id="rId8" Type="http://schemas.openxmlformats.org/officeDocument/2006/relationships/image" Target="../media/image22.png"/><Relationship Id="rId9" Type="http://schemas.openxmlformats.org/officeDocument/2006/relationships/image" Target="../media/image2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11.png"/><Relationship Id="rId6" Type="http://schemas.openxmlformats.org/officeDocument/2006/relationships/image" Target="../media/image15.png"/><Relationship Id="rId7" Type="http://schemas.openxmlformats.org/officeDocument/2006/relationships/image" Target="../media/image19.png"/><Relationship Id="rId8" Type="http://schemas.openxmlformats.org/officeDocument/2006/relationships/image" Target="../media/image23.png"/><Relationship Id="rId9" Type="http://schemas.openxmlformats.org/officeDocument/2006/relationships/image" Target="../media/image2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12.png"/><Relationship Id="rId6" Type="http://schemas.openxmlformats.org/officeDocument/2006/relationships/image" Target="../media/image16.png"/><Relationship Id="rId7" Type="http://schemas.openxmlformats.org/officeDocument/2006/relationships/image" Target="../media/image20.png"/><Relationship Id="rId8" Type="http://schemas.openxmlformats.org/officeDocument/2006/relationships/image" Target="../media/image24.png"/><Relationship Id="rId9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0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97230"/>
            <a:ext cx="749808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 txBox="1"/>
          <p:nvPr/>
        </p:nvSpPr>
        <p:spPr>
          <a:xfrm>
            <a:off x="1188720" y="13716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Tus datos y lo que faltaba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260604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el corpus propio, errores, temas y los límites de Shiny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29718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1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interactiva de datos con R y Shiny · Udelar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Objetivos de la clase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50292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2344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Cargar tus propios datos con fileInput() y revisar si sirven para una app.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205740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50292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0116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Sumar los controles que faltaban, botones de opción, calendario y descarga.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502920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7889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Mostrar mensajes claros en lugar de errores, con validate() y need().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3611880"/>
            <a:ext cx="457200" cy="457200"/>
          </a:xfrm>
          <a:prstGeom prst="ellipse">
            <a:avLst/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50292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5661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 err="1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el tema completo con Bootswatch y reconocer los límites de Shiny.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852160" y="1097280"/>
            <a:ext cx="2834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0" b="1" dirty="0">
                <a:solidFill>
                  <a:srgbClr val="F4ECFB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CE</a:t>
            </a:r>
            <a:endParaRPr lang="en-US" sz="1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9D87E5-8703-B3F1-202C-019405C6C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5FBCF84-BF0C-00DD-1115-ECF03D12DDA6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(1)</a:t>
            </a:r>
            <a:endParaRPr lang="en-US" sz="3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E4D2BBF-BB0F-7CF4-3842-6325D6A2CD35}"/>
              </a:ext>
            </a:extLst>
          </p:cNvPr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7EA7703-08D4-E6C4-4FDB-5B08F7881055}"/>
              </a:ext>
            </a:extLst>
          </p:cNvPr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1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3082800-1689-F508-4C9C-8E0187A18BDD}"/>
              </a:ext>
            </a:extLst>
          </p:cNvPr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corpus en la app</a:t>
            </a:r>
            <a:endParaRPr lang="en-US" sz="13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E750D06A-626A-4348-CA99-CE04C627A232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F3440954-5CFF-06C7-8641-E2E38BA6F847}"/>
              </a:ext>
            </a:extLst>
          </p:cNvPr>
          <p:cNvSpPr txBox="1"/>
          <p:nvPr/>
        </p:nvSpPr>
        <p:spPr>
          <a:xfrm>
            <a:off x="668216" y="2899117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fileInput()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sube un CSV. El server lo lee con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read.csv(input$archivo$datapath)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/>
          <a:p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cajas dicen cuántas filas, columnas y celdas vacías tiene, y el gráfico en qué columnas faltan datos.</a:t>
            </a:r>
          </a:p>
        </p:txBody>
      </p:sp>
      <p:pic>
        <p:nvPicPr>
          <p:cNvPr id="23" name="Picture 22" descr="r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34840" y="1488186"/>
            <a:ext cx="4480560" cy="2464308"/>
          </a:xfrm>
          <a:prstGeom prst="rect">
            <a:avLst/>
          </a:prstGeom>
          <a:ln w="76200">
            <a:solidFill>
              <a:schemeClr val="accent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45088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(2)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controles que faltaban</a:t>
            </a:r>
            <a:endParaRPr lang="en-US" sz="1300" dirty="0"/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1ED05ED1-CE50-06A2-178F-B4365671B18F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291722D-C809-2238-9939-339690D52438}"/>
              </a:ext>
            </a:extLst>
          </p:cNvPr>
          <p:cNvSpPr txBox="1"/>
          <p:nvPr/>
        </p:nvSpPr>
        <p:spPr>
          <a:xfrm>
            <a:off x="668216" y="2899117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 err="1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radioButtons()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elige el separador. </a:t>
            </a:r>
            <a:r>
              <a:rPr lang="es-ES" sz="1400" b="1" dirty="0" err="1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dateInput()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 calendario. </a:t>
            </a:r>
            <a:r>
              <a:rPr lang="es-ES" sz="1400" b="1" dirty="0" err="1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downloadButton()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s-ES" sz="1400" b="1" dirty="0" err="1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downloadHandler()</a:t>
            </a:r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descarga los datos.</a:t>
            </a:r>
          </a:p>
          <a:p/>
          <a:p>
            <a:r>
              <a:rPr lang="es-ES" sz="14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archivo descargado se llama con el proyecto y la fecha elegida.</a:t>
            </a:r>
          </a:p>
        </p:txBody>
      </p:sp>
      <p:pic>
        <p:nvPicPr>
          <p:cNvPr id="25" name="Picture 24" descr="r2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24191" y="685800"/>
            <a:ext cx="3901857" cy="4069080"/>
          </a:xfrm>
          <a:prstGeom prst="rect">
            <a:avLst/>
          </a:prstGeom>
          <a:ln w="76200">
            <a:solidFill>
              <a:schemeClr val="accent1">
                <a:lumMod val="75000"/>
              </a:schemeClr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10E934-62F6-A5C9-E40F-E4BB9C11B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8BE186-2227-0AEE-46BF-1738518AF7E2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(3)</a:t>
            </a:r>
            <a:endParaRPr lang="en-US" sz="3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2D484EA3-17D5-DFDE-7FFB-391D9E546766}"/>
              </a:ext>
            </a:extLst>
          </p:cNvPr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FF346D48-99B4-78ED-CF54-DB6A3D402E26}"/>
              </a:ext>
            </a:extLst>
          </p:cNvPr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3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961D826F-99A4-C802-E6F8-FA059D329199}"/>
              </a:ext>
            </a:extLst>
          </p:cNvPr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con mensaje claro</a:t>
            </a:r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F33AC7BE-75B4-F8D4-43E0-87B7AD3B3F34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BFEECB63-4CC8-9CA3-665B-7BF2CFCADD52}"/>
              </a:ext>
            </a:extLst>
          </p:cNvPr>
          <p:cNvSpPr txBox="1"/>
          <p:nvPr/>
        </p:nvSpPr>
        <p:spPr>
          <a:xfrm>
            <a:off x="668216" y="2899117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intenta leer sin cortar la app.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validate(need(condición, "mensaje"))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muestra el mensaje en todos los outputs.</a:t>
            </a:r>
            <a:endParaRPr lang="en-US" sz="1300" dirty="0"/>
          </a:p>
          <a:p>
            <a:endParaRPr lang="en-US" sz="1300" dirty="0"/>
          </a:p>
          <a:p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depurar,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escribe en la consola y </a:t>
            </a:r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browser()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frena la app para mirar adentro.</a:t>
            </a:r>
            <a:endParaRPr lang="en-US" sz="1300" dirty="0"/>
          </a:p>
        </p:txBody>
      </p:sp>
      <p:pic>
        <p:nvPicPr>
          <p:cNvPr id="23" name="Picture 22" descr="r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34840" y="1600200"/>
            <a:ext cx="4480560" cy="2240280"/>
          </a:xfrm>
          <a:prstGeom prst="rect">
            <a:avLst/>
          </a:prstGeom>
          <a:ln w="76200">
            <a:solidFill>
              <a:schemeClr val="accent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812165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AFC2A5-84ED-4A29-64A9-81D23D5A6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1E0B84E-B772-A594-B980-A7B918F749C6}"/>
              </a:ext>
            </a:extLst>
          </p:cNvPr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La app de hoy (4)</a:t>
            </a:r>
            <a:endParaRPr lang="en-US" sz="30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584C834-90F2-8AA8-B328-3643E4CCE677}"/>
              </a:ext>
            </a:extLst>
          </p:cNvPr>
          <p:cNvSpPr/>
          <p:nvPr/>
        </p:nvSpPr>
        <p:spPr>
          <a:xfrm>
            <a:off x="439616" y="1188720"/>
            <a:ext cx="2560320" cy="1463040"/>
          </a:xfrm>
          <a:prstGeom prst="roundRect">
            <a:avLst>
              <a:gd name="adj" fmla="val 2143"/>
            </a:avLst>
          </a:prstGeom>
          <a:solidFill>
            <a:srgbClr val="5A189A"/>
          </a:solidFill>
          <a:ln w="12700">
            <a:solidFill>
              <a:srgbClr val="5A18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D0787E2-7C7C-7A9C-ED72-1B8D5BA244E4}"/>
              </a:ext>
            </a:extLst>
          </p:cNvPr>
          <p:cNvSpPr txBox="1"/>
          <p:nvPr/>
        </p:nvSpPr>
        <p:spPr>
          <a:xfrm>
            <a:off x="668216" y="12560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OBJETIVO 4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C2592C3-39BA-DB09-D0F1-BF73ED6DEC99}"/>
              </a:ext>
            </a:extLst>
          </p:cNvPr>
          <p:cNvSpPr txBox="1"/>
          <p:nvPr/>
        </p:nvSpPr>
        <p:spPr>
          <a:xfrm>
            <a:off x="668216" y="1734572"/>
            <a:ext cx="2103120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 prearmados</a:t>
            </a:r>
          </a:p>
        </p:txBody>
      </p:sp>
      <p:sp>
        <p:nvSpPr>
          <p:cNvPr id="15" name="Shape 9">
            <a:extLst>
              <a:ext uri="{FF2B5EF4-FFF2-40B4-BE49-F238E27FC236}">
                <a16:creationId xmlns:a16="http://schemas.microsoft.com/office/drawing/2014/main" id="{ADB729CB-A987-663A-1058-A842556E3C9E}"/>
              </a:ext>
            </a:extLst>
          </p:cNvPr>
          <p:cNvSpPr/>
          <p:nvPr/>
        </p:nvSpPr>
        <p:spPr>
          <a:xfrm>
            <a:off x="439615" y="2719107"/>
            <a:ext cx="3773659" cy="2281957"/>
          </a:xfrm>
          <a:prstGeom prst="roundRect">
            <a:avLst>
              <a:gd name="adj" fmla="val 2143"/>
            </a:avLst>
          </a:prstGeom>
          <a:solidFill>
            <a:schemeClr val="accent1">
              <a:lumMod val="75000"/>
            </a:schemeClr>
          </a:solidFill>
          <a:ln w="12700">
            <a:solidFill>
              <a:schemeClr val="accent1">
                <a:lumMod val="75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0C1F140-6606-DACA-D829-EF5414EB787C}"/>
              </a:ext>
            </a:extLst>
          </p:cNvPr>
          <p:cNvSpPr txBox="1"/>
          <p:nvPr/>
        </p:nvSpPr>
        <p:spPr>
          <a:xfrm>
            <a:off x="647115" y="2880360"/>
            <a:ext cx="3369212" cy="71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bs_theme(bootswatch = "minty")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cambia toda la app con una palabra. Es la versión actual de shinythemes.</a:t>
            </a:r>
            <a:endParaRPr lang="en-US" sz="1300" dirty="0"/>
          </a:p>
          <a:p>
            <a:endParaRPr lang="en-US" sz="1300" dirty="0"/>
          </a:p>
          <a:p>
            <a:r>
              <a:rPr lang="es-ES" sz="1400" b="1" dirty="0" i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TEMA_BOOTSWATCH</a:t>
            </a:r>
            <a:r>
              <a:rPr lang="es-E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la zona de pruebas. Con NULL vuelve el tema del curso.</a:t>
            </a:r>
            <a:endParaRPr lang="en-US" sz="1300" dirty="0"/>
          </a:p>
        </p:txBody>
      </p:sp>
      <p:pic>
        <p:nvPicPr>
          <p:cNvPr id="23" name="Picture 22" descr="r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34840" y="1488186"/>
            <a:ext cx="4480560" cy="2464308"/>
          </a:xfrm>
          <a:prstGeom prst="rect">
            <a:avLst/>
          </a:prstGeom>
          <a:ln w="76200">
            <a:solidFill>
              <a:schemeClr val="accent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972062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Componentes a </a:t>
            </a:r>
            <a:r>
              <a:rPr lang="en-US" sz="3000" b="1" dirty="0" err="1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observar</a:t>
            </a: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en la </a:t>
            </a:r>
            <a:r>
              <a:rPr lang="en-US" sz="3000" b="1" dirty="0" err="1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replicación</a:t>
            </a: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640080" y="120700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fileInput()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46962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un archivo. Hasta 30 MB con shiny.maxRequestSize.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75751" y="1609344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812911" y="162763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read.csv2()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812911" y="189024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los CSV de Excel en español (; y coma decimal).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1847088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40080" y="186537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radioButtons() y dateInput()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12799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opción entre varias y un calendario.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75751" y="2267712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812911" y="228600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downloadButton() y downloadHandler()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812911" y="254861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Descargar un archivo desde la app.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2505456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40080" y="252374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try(), validate() y need()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78636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con un mensaje en lugar de rojo.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75751" y="2926080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812911" y="294436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bs_theme(bootswatch = ...)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812911" y="320698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Temas prearmados, como shinythemes.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3163824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640080" y="318211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renderPlot(..., alt = )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44472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el gráfico para lectores de pantalla.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Código clave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543800" y="320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9D4EDD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Clase Extra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4759452"/>
            <a:ext cx="8138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interactiva de datos con R y Shiny · Udelar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8138160" cy="3429000"/>
          </a:xfrm>
          <a:prstGeom prst="roundRect">
            <a:avLst>
              <a:gd name="adj" fmla="val 1600"/>
            </a:avLst>
          </a:prstGeom>
          <a:solidFill>
            <a:srgbClr val="2E0A4E"/>
          </a:solidFill>
          <a:ln w="12700">
            <a:solidFill>
              <a:srgbClr val="2E0A4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777240" y="1325880"/>
            <a:ext cx="75895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datos &lt;- reactive({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(is.null(input$archivo)) {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 &lt;- ejemplo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else {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 &lt;- try(read.csv(input$archivo$datapath), silent = TRUE)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validate(need(is.data.frame(d), "No se pudo leer. Probá el otro separador."))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/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output$descargar &lt;- downloadHandler(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filename = function() { paste0(input$proyecto, "_", input$fecha, ".csv") },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content  = function(archivo) { write.csv(datos(), archivo, row.names = FALSE) }</a:t>
            </a:r>
            <a:endParaRPr lang="en-US" sz="11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1E9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Límites y potencialidades de Shiny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640080" y="120700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Potencialidad. Todo en R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46962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datos y gráficos del análisis, sin aprender otro lenguaje.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75751" y="1609344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812911" y="162763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Potencialidad. Interactividad sin JavaScript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812911" y="189024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Inputs, reactividad y mapas con funciones de 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1847088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40080" y="186537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Potencialidad. Compartir con una dirección web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12799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Cualquiera la usa desde el navegador.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75751" y="2267712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812911" y="228600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Límite. Un proceso de R atiende a muchos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812911" y="254861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muchos usuarios a la vez, la app se pone lenta.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2505456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40080" y="252374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Límite. La nube gratuita tiene topes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78636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uso por mes y memoria limitadas en shinyapps.io.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75751" y="2926080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812911" y="294436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Límite. Datos grandes, preparados antes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812911" y="320698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Conviene limpiar y resumir fuera de la app.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3163824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640080" y="318211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Límite. No guarda lo que hacen los usuarios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44472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eso hace falta una base de datos aparte.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E0A4E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Trabajo final, checklist y rúbrica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 txBox="1"/>
          <p:nvPr/>
        </p:nvSpPr>
        <p:spPr>
          <a:xfrm>
            <a:off x="640080" y="120700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 del corpus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46962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fila por caso, fuente citable, menos de 20 MB.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75751" y="1609344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 txBox="1"/>
          <p:nvPr/>
        </p:nvSpPr>
        <p:spPr>
          <a:xfrm>
            <a:off x="4812911" y="162763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Funcionamiento · 25%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812911" y="189024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y responde sin errores.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1847088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 txBox="1"/>
          <p:nvPr/>
        </p:nvSpPr>
        <p:spPr>
          <a:xfrm>
            <a:off x="640080" y="186537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Reactividad · 20%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12799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reactive() y req() bien usados, sin repetir el filtro.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75751" y="2267712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4812911" y="228600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Visualización · 20%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812911" y="2548616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Gráficos claros y pertinentes a la pregunta.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2505456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 txBox="1"/>
          <p:nvPr/>
        </p:nvSpPr>
        <p:spPr>
          <a:xfrm>
            <a:off x="640080" y="252374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Diseño e interfaz · 15%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2786360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Navegación ordenada, estética y textos que guían.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75751" y="2926080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 txBox="1"/>
          <p:nvPr/>
        </p:nvSpPr>
        <p:spPr>
          <a:xfrm>
            <a:off x="4812911" y="294436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Datos y fuente · 10%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812911" y="3206984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oficiales o justificados, y citados.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" y="3163824"/>
            <a:ext cx="3954780" cy="585216"/>
          </a:xfrm>
          <a:prstGeom prst="roundRect">
            <a:avLst>
              <a:gd name="adj" fmla="val 7813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 txBox="1"/>
          <p:nvPr/>
        </p:nvSpPr>
        <p:spPr>
          <a:xfrm>
            <a:off x="640080" y="3182112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5A18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Publicación · 10%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3444728"/>
            <a:ext cx="36804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Desplegada y accesible por su dirección web.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E0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861646" y="327074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FFFFF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Cierre del curso. Tu app, con tus datos.</a:t>
            </a:r>
            <a:endParaRPr lang="en-US" sz="3000" dirty="0"/>
          </a:p>
        </p:txBody>
      </p:sp>
      <p:sp>
        <p:nvSpPr>
          <p:cNvPr id="6" name="Text 0">
            <a:extLst>
              <a:ext uri="{FF2B5EF4-FFF2-40B4-BE49-F238E27FC236}">
                <a16:creationId xmlns:a16="http://schemas.microsoft.com/office/drawing/2014/main" id="{5DEF2027-0747-FA2E-1227-2DA6BFBD4726}"/>
              </a:ext>
            </a:extLst>
          </p:cNvPr>
          <p:cNvSpPr txBox="1"/>
          <p:nvPr/>
        </p:nvSpPr>
        <p:spPr>
          <a:xfrm>
            <a:off x="777240" y="1470074"/>
            <a:ext cx="7040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Trabajo final</a:t>
            </a:r>
            <a:endParaRPr lang="en-US" sz="3000" dirty="0">
              <a:solidFill>
                <a:schemeClr val="bg1"/>
              </a:solidFill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B76805F3-EB20-5347-6375-5560CC710DE1}"/>
              </a:ext>
            </a:extLst>
          </p:cNvPr>
          <p:cNvSpPr/>
          <p:nvPr/>
        </p:nvSpPr>
        <p:spPr>
          <a:xfrm>
            <a:off x="946053" y="2198334"/>
            <a:ext cx="6756009" cy="1670025"/>
          </a:xfrm>
          <a:prstGeom prst="roundRect">
            <a:avLst>
              <a:gd name="adj" fmla="val 2727"/>
            </a:avLst>
          </a:prstGeom>
          <a:solidFill>
            <a:srgbClr val="F4ECFB"/>
          </a:solidFill>
          <a:ln w="12700">
            <a:solidFill>
              <a:srgbClr val="F4EC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4">
            <a:extLst>
              <a:ext uri="{FF2B5EF4-FFF2-40B4-BE49-F238E27FC236}">
                <a16:creationId xmlns:a16="http://schemas.microsoft.com/office/drawing/2014/main" id="{B7E35F91-C4B0-63AC-AA54-9A7227871712}"/>
              </a:ext>
            </a:extLst>
          </p:cNvPr>
          <p:cNvSpPr txBox="1"/>
          <p:nvPr/>
        </p:nvSpPr>
        <p:spPr>
          <a:xfrm>
            <a:off x="1311813" y="2381214"/>
            <a:ext cx="6148727" cy="136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E0A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Revisá tu corpus con esta app, adaptá la app de la Clase 7 a tus columnas y publicala en shinyapps.io.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565</Words>
  <Application>Microsoft Office PowerPoint</Application>
  <PresentationFormat>On-screen Show (16:9)</PresentationFormat>
  <Paragraphs>77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Courier New</vt:lpstr>
      <vt:lpstr>Oswald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3 · Interfaz de Usuario (UI)</dc:title>
  <dc:subject>PptxGenJS Presentation</dc:subject>
  <dc:creator>Curso Shiny · Udelar</dc:creator>
  <cp:lastModifiedBy>Nahuel Roel</cp:lastModifiedBy>
  <cp:revision>1</cp:revision>
  <dcterms:created xsi:type="dcterms:W3CDTF">2026-09-24T02:10:08Z</dcterms:created>
  <dcterms:modified xsi:type="dcterms:W3CDTF">2026-09-26T20:28:20Z</dcterms:modified>
</cp:coreProperties>
</file>