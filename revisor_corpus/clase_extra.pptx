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7" r:id="rId19"/>
    <p:sldId id="266" r:id="rId18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0.xml"/><Relationship Id="rId19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Tus datos y lo que faltaba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corpus propio, errores, temas y los límites de Shiny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tus propios datos con fileInput() y revisar si sirven para una 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los controles que faltaban, botones de opción, calendario y descarga.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mensajes claros en lugar de errores, con validate() y need().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tema completo con Bootswatch y reconocer los límites de Shiny.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CE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corpus en la app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fileInput()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sube un CSV. El server lo lee con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read.csv(input$archivo$datapath)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cajas dicen cuántas filas, columnas y celdas vacías tiene, y el gráfico en qué columnas faltan datos.</a:t>
            </a:r>
          </a:p>
        </p:txBody>
      </p:sp>
      <p:pic>
        <p:nvPicPr>
          <p:cNvPr id="23" name="Picture 22" descr="r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488186"/>
            <a:ext cx="4480560" cy="246430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que faltaban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radioButtons()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elige el separador.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dateInput()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calendario.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downloadButton()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downloadHandler()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descarga los datos.</a:t>
            </a:r>
          </a:p>
          <a:p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descargado se llama con el proyecto y la fecha elegida.</a:t>
            </a:r>
          </a:p>
        </p:txBody>
      </p:sp>
      <p:pic>
        <p:nvPicPr>
          <p:cNvPr id="25" name="Picture 24" descr="r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4191" y="685800"/>
            <a:ext cx="3901857" cy="406908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mensaje claro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intenta leer sin cortar la app.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validate(need(condición, "mensaje"))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el mensaje en todos los outputs.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depurar,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escribe en la consola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frena la app para mirar adentro.</a:t>
            </a:r>
            <a:endParaRPr lang="en-US" sz="1300" dirty="0"/>
          </a:p>
        </p:txBody>
      </p:sp>
      <p:pic>
        <p:nvPicPr>
          <p:cNvPr id="23" name="Picture 22" descr="r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600200"/>
            <a:ext cx="4480560" cy="224028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prearmados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bs_theme(bootswatch = "minty")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toda la app con una palabra. Es la versión actual de shinythemes.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TEMA_BOOTSWATCH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zona de pruebas. Con NULL vuelve el tema del curso.</a:t>
            </a:r>
            <a:endParaRPr lang="en-US" sz="1300" dirty="0"/>
          </a:p>
        </p:txBody>
      </p:sp>
      <p:pic>
        <p:nvPicPr>
          <p:cNvPr id="23" name="Picture 22" descr="r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840" y="1488186"/>
            <a:ext cx="4480560" cy="246430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fileInput()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archivo. Hasta 30 MB con shiny.maxRequestSize.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read.csv2()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CSV de Excel en español (; y coma decimal).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radioButtons() y dateInput()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opción entre varias y un calendario.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downloadButton() y downloadHandler()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un archivo desde la app.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try(), validate() y need()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un mensaje en lugar de rojo.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bs_theme(bootswatch = ...)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prearmados, como shinythemes.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renderPlot(..., alt = 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gráfico para lectores de pantalla.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Extra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&lt;- reactive({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(is.null(input$archivo))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&lt;- ejemplo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&lt;- try(read.csv(input$archivo$datapath), silent = TRUE)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validate(need(is.data.frame(d), "No se pudo leer. Probá el otro separador."))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output$descargar &lt;- downloadHandler(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 = function() { paste0(input$proyecto, "_", input$fecha, ".csv") },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 = function(archivo) { write.csv(datos(), archivo, row.names = FALSE) 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Límites y potencialidades de Shiny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Todo en 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y gráficos del análisis, sin aprender otro lenguaje.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Interactividad sin JavaScript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reactividad y mapas con funciones de 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Potencialidad. Compartir con una dirección web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la usa desde el navegador.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Un proceso de R atiende a muchos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muchos usuarios a la vez, la app se pone lenta.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La nube gratuita tiene topes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uso y memoria limitadas en Posit Connect Cloud.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Datos grandes, preparados antes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limpiar y resumir fuera de la 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Límite. No guarda lo que hacen los usuarios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eso hace falta una base de datos aparte.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Trabajo final, checklist y rúbrica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 del corpus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caso, fuente citable, menos de 20 MB.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Funcionamiento · 25%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y responde sin errores.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Reactividad · 20%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reactive() y req() bien usados, sin repetir el filtro.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Visualización · 20%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claros y pertinentes a la pregunta.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 e interfaz · 15%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ordenada, estética y textos que guían.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y fuente · 10%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oficiales o justificados, y citados.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Publicación · 10%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Desplegada y accesible por su dirección web.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Cierre del curso. Tu app, con tus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Trabajo final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Revisá tu corpus con esta app, adaptá la app de la Clase 7 a tus columnas y publicala en Posit Connect Cloud.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