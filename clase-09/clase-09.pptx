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7498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88720" y="960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9 de 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Puesta en Producción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606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final: gráficos, tablas y mapas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840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1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114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Sociales · Educación Permanente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todo en una app de tres paneles con cuatro visualizaciones cada uno.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11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georreferenciados con leaflet a nivel de local de votación o circuito.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Depurar los errores más comunes.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en shinyapps.io.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F4ECF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09</a:t>
            </a:r>
            <a:endParaRPr lang="en-US" sz="1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18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Qué muestra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Gráficos: ranking, dispersión plotly, composición por lema y plebiscitos.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18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Cómo está armada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Tablas: departamentos, regiones, ranking de locales y todos los locales.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2801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Interactividad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Mapas: lema ganador, % de un lema, un plebiscito y un indicador, con escala relativa al país.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Componentes de hoy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leaflet(), addProviderTiles(), setView()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base.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addCircleMarkers(), addLegend()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con color, tamaño, etiqueta y popup.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leafletProxy()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Repintar sin redibujar el mapa.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8630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346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colorNumeric()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2346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continua de color.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tryCatch() y stopifnot()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Fallar temprano al leer datos.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630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346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validate(need()) en cada reactive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2346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filtro rompe la app.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options(shiny.sanitize.errors)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errores al publicar.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8630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2346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rsconnect::deployApp()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82346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clave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429000"/>
          </a:xfrm>
          <a:prstGeom prst="roundRect">
            <a:avLst>
              <a:gd name="adj" fmla="val 16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output$m_ganador &lt;- renderLeaflet(mapa_base())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observe({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 &lt;- datos_mapa_geo()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leafletProxy("m_ganador") |&gt; clearMarkers() |&gt;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addCircleMarkers(lng = d$Longitud, lat = d$Latitud,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radius = radio_por_votos(d$TotalVotosEmitidos),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fillColor = color_lema(d$LemaGanador), popup = popup_html(d))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deploy.R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rsconnect::deployApp(appDir = ".", appName = "elecciones-uruguay-2024")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Depuración: errores comunes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846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Síntoma</a:t>
                      </a:r>
                      <a:endParaRPr lang="en-US" sz="13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A18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Solución</a:t>
                      </a:r>
                      <a:endParaRPr lang="en-US" sz="13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A18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0A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cannot open file 'datos/...'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datos viajan con la app. Copialos a datos/ dentro de la carpeta.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C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0A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there is no package called ...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install.packages() y library().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0A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Pantalla gris en shinyapps.io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rsconnect::showLogs().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C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0A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argument is of length zero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req(input$x).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0A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Filtro vacío rompe todo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validate(need(nrow(d) &gt; 0, "mensaje")).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EC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Ejercicio propuesto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8138160" cy="2011680"/>
          </a:xfrm>
          <a:prstGeom prst="roundRect">
            <a:avLst>
              <a:gd name="adj" fmla="val 2727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463040"/>
            <a:ext cx="7406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Publicá tu versión de la app en shinyapps.io y compartí la URL. Antes, poné options(shiny.sanitize.errors = TRUE).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520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hacer en clase o en casa. El README de la carpeta tiene pistas.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7D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Y después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8745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Próxima clase: traé tu corpus de datos. Lo discutimos entre todos.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README y datos en el repositorio del curso.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9 · Puesta en Producción</dc:title>
  <dc:subject>PptxGenJS Presentation</dc:subject>
  <dc:creator>Curso Shiny · Udelar</dc:creator>
  <cp:lastModifiedBy>Curso Shiny · Udelar</cp:lastModifiedBy>
  <cp:revision>1</cp:revision>
  <dcterms:created xsi:type="dcterms:W3CDTF">2026-09-24T02:10:08Z</dcterms:created>
  <dcterms:modified xsi:type="dcterms:W3CDTF">2026-09-24T02:10:08Z</dcterms:modified>
</cp:coreProperties>
</file>