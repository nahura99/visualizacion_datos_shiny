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960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8 de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Estética y Navegación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bslib, cards, value boxes y DT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840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114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Sociales · Educación Permanente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tema de bslib que venimos copiando desde la Clase 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la navegación con page_navbar() y una barra lateral que cambia según la pestaña.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Jerarquizar con cards, value boxes y acordeones.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interactivas con DT.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08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Qué muestra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navegación con tres pestañas: Resumen, Gráficos y Tabla.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Cómo está armada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boxes con íconos, cards con pie, acordeón, modo oscuro y tooltip.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Interactividad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global, controles por pestaña, tabla DT con filtros y exportación.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de hoy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bs_theme() y font_google()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fuentes y variables de Bootstrap.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page_navbar(), nav_panel(), sidebar()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por pestañas.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layout_columns()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el ancho. col_widths fija proporciones.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630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346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card(), card_header(), card_footer()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value_box()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grandes con ícono.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630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346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accordion(), tooltip(), input_dark_mode()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2346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de bslib.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conditionalPanel()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controles según la pestaña.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630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346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DTOutput(), renderDT(), datatable()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82346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interactiva.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822192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84048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tags$style()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10309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propio.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tema_curso &lt;- bs_theme(version = 5, bg = "#FFFFFF", fg = "#2E0A4E",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primary = "#5A189A", heading_font = font_google("Oswald"))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&lt;- page_navbar(title = "Elecciones 2024", id = "pestana", theme = tema_curso,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sidebar = sidebar(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selectInput("region", "Región:", choices = regiones, multiple = TRUE),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conditionalPanel("input.pestana == 'Gráficos'", selectInput("variable", ...))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nav_panel("Resumen", layout_columns(value_box("Emitidos", textOutput("vb")))),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nav_panel("Tabla", card(card_header("Detalle"), DTOutput("tabla")))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2011680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Cambiá la paleta a los colores de tu institución, agregá un nav_panel() "Acerca de" y un value_box() con el departamento más reñido.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20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hacer en clase o en casa. El README de la carpeta tiene pistas.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01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7D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 después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8745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clase: la app final con gráficos, tablas y mapas, y su publicación.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README y datos en el repositorio del curso.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8 · Estética y Navegación</dc:title>
  <dc:subject>PptxGenJS Presentation</dc:subject>
  <dc:creator>Curso Shiny · Udelar</dc:creator>
  <cp:lastModifiedBy>Curso Shiny · Udelar</cp:lastModifiedBy>
  <cp:revision>1</cp:revision>
  <dcterms:created xsi:type="dcterms:W3CDTF">2026-09-24T02:10:08Z</dcterms:created>
  <dcterms:modified xsi:type="dcterms:W3CDTF">2026-09-24T02:10:08Z</dcterms:modified>
</cp:coreProperties>
</file>