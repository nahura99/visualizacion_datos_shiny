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El motor reactivo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una vez, usar muchas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filtro una sola vez con reactive().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errores cuando faltan datos con req().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cuándo se recalcula, con un botón y eventReactive().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resultados inmediatos y bajo demanda.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C5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filtro, una sola vez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4 el filtro se repetía en cada output. Ahora vive en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datos_filtrados &lt;- reactive({ ... })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output lo usa 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datos_filtrados()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paréntesis. Se recalcula solo cuando cambia la región o la participación.</a:t>
            </a:r>
          </a:p>
        </p:txBody>
      </p:sp>
      <p:pic>
        <p:nvPicPr>
          <p:cNvPr id="19" name="Picture 18" descr="k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301871"/>
            <a:ext cx="4480560" cy="2836937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cuando faltan datos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req(input$region)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frena el cálculo si no hay regiones elegidas.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req(nrow(d) &gt; 0)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 lo mismo si no queda ningún departamento.</a:t>
            </a:r>
          </a:p>
          <a:p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queda en blanco en lugar de mostrar un error en rojo.</a:t>
            </a:r>
          </a:p>
        </p:txBody>
      </p:sp>
      <p:pic>
        <p:nvPicPr>
          <p:cNvPr id="21" name="Picture 20" descr="k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662117"/>
            <a:ext cx="4480560" cy="211644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solo con el botón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eventReactive(input$aplicar, { ... })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recalcula solo cuando se aprieta el botón.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deslizador está en 91 pero los números siguen en 19 hasta apretar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filtros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pic>
        <p:nvPicPr>
          <p:cNvPr id="19" name="Picture 18" descr="k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301871"/>
            <a:ext cx="4480560" cy="2836937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o bajo demanda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USAR_BOTON &lt;- FALSE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zona de pruebas desaparece el botón y todo se actualiza al instante, como en la Clase 4.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pestaña,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input$aplicar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cuenta los clics.</a:t>
            </a:r>
            <a:endParaRPr lang="en-US" sz="1300" dirty="0"/>
          </a:p>
        </p:txBody>
      </p:sp>
      <p:pic>
        <p:nvPicPr>
          <p:cNvPr id="19" name="Picture 18" descr="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490712"/>
            <a:ext cx="4480560" cy="2459254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reactive()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que se recalcula cuando cambian sus inputs.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datos_filtrados()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con paréntesis, como una función.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 sin error si falta un dato.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actionButton()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botón. Devuelve cuántas veces se apretó.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eventReactive()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solo ante un evento, como un clic.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ignoreNULL = FALSE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una vez al abrir, sin esperar el clic.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(USAR_BOTON)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zona de pruebas elige qué versión se usa.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filtro, una sola vez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datos_filtrados &lt;- reactive({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req(input$region)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&lt;- elecciones[elecciones$region %in% input$region &amp;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elecciones$participacion_pct &gt;= input$participacion, 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req(nrow(d) &gt; 0)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misma idea, pero solo al apretar el botón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datos_con_boton &lt;- eventReactive(input$aplicar,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datos_filtrados()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ignoreNULL = FALSE)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output lo usa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output$n_deptos &lt;- renderText({ nrow(datos()) })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gráficos con ggplot2.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Hacé que el título del gráfico también espere al botón, usando otro eventReactive().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