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960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6 de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El Motor Reactivo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una vez, usar muchas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840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114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Sociales · Educación Permanente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cómo Shiny escucha los inputs y recalcula solo lo que depende de ellos.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filtro una sola vez con reactive().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cuándo se recalcula algo: botones, eventReactive(), isolate().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errores comunes con req() y validate().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Qué muestra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filtros, pero un solo reactive() que todos los outputs reutilizan.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Cómo está armada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y bitácora que muestran cuándo se recalcula.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Interactividad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inmediatos, botón de cálculo bajo demanda y botón de reinicio.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de hoy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reactive()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se recalcula solo cuando cambia un input que usa. Se llama como función.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 sin error si falta un input.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validate(need())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amable en lugar de error rojo.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630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346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eventReactive()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solo ante un evento.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observeEvent()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una acción ante un evento.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630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346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update*Input()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2346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server modifica un control.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sin depender.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630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346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reactiveVal()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82346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reactiva propia.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datos_filtrados &lt;- reactive({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req(input$region)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&lt;- elecciones[elecciones$region %in% input$region, 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validate(need(nrow(d) &gt; 0, "Ningún departamento cumple el filtro."))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output$tabla    &lt;- renderTable(datos_filtrados())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output$emitidos &lt;- renderText(sum(datos_filtrados()$emitidos))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renidos &lt;- eventReactive(input$calcular,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&lt;- datos_filtrados(); d[d$margen_pct &lt; input$umbral, 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Cómo fluye la reactividad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input$region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input$min_part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datos_filtrados()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28016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280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output$tabla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output$emitidos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310896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output$n_deptos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160" y="1828800"/>
            <a:ext cx="868680" cy="548640"/>
          </a:xfrm>
          <a:prstGeom prst="line">
            <a:avLst/>
          </a:prstGeom>
          <a:noFill/>
          <a:ln w="25400">
            <a:solidFill>
              <a:srgbClr val="9D4ED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23160" y="3108960"/>
            <a:ext cx="868680" cy="-548640"/>
          </a:xfrm>
          <a:prstGeom prst="line">
            <a:avLst/>
          </a:prstGeom>
          <a:noFill/>
          <a:ln w="25400">
            <a:solidFill>
              <a:srgbClr val="9D4ED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0" y="2377440"/>
            <a:ext cx="914400" cy="-822960"/>
          </a:xfrm>
          <a:prstGeom prst="line">
            <a:avLst/>
          </a:prstGeom>
          <a:noFill/>
          <a:ln w="25400">
            <a:solidFill>
              <a:srgbClr val="9D4ED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0" y="2468880"/>
            <a:ext cx="914400" cy="0"/>
          </a:xfrm>
          <a:prstGeom prst="line">
            <a:avLst/>
          </a:prstGeom>
          <a:noFill/>
          <a:ln w="25400">
            <a:solidFill>
              <a:srgbClr val="9D4ED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0" y="2560320"/>
            <a:ext cx="914400" cy="822960"/>
          </a:xfrm>
          <a:prstGeom prst="line">
            <a:avLst/>
          </a:prstGeom>
          <a:noFill/>
          <a:ln w="25400">
            <a:solidFill>
              <a:srgbClr val="9D4EDD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un input, se invalida el reactive, y solo se recalculan los outputs que lo usan. El filtro corre una vez, no tres.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2011680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un reactive() que devuelva el departamento con mayor participación entre los filtrados. Después activá options(shiny.reactlog = TRUE) y mirá el grafo con Ctrl+F3.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hacer en clase o en casa. El README de la carpeta tiene pistas.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7D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 después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874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clase: gráficos con ggplot2 que responden a los filtros.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README y datos en el repositorio del curso.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6 · El Motor Reactivo</dc:title>
  <dc:subject>PptxGenJS Presentation</dc:subject>
  <dc:creator>Curso Shiny · Udelar</dc:creator>
  <cp:lastModifiedBy>Curso Shiny · Udelar</cp:lastModifiedBy>
  <cp:revision>1</cp:revision>
  <dcterms:created xsi:type="dcterms:W3CDTF">2026-09-24T02:10:08Z</dcterms:created>
  <dcterms:modified xsi:type="dcterms:W3CDTF">2026-09-24T02:10:08Z</dcterms:modified>
</cp:coreProperties>
</file>