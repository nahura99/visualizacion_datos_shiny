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63" r:id="rId4"/>
    <p:sldId id="258" r:id="rId5"/>
    <p:sldId id="264" r:id="rId6"/>
    <p:sldId id="265" r:id="rId7"/>
    <p:sldId id="266" r:id="rId18"/>
    <p:sldId id="267" r:id="rId19"/>
    <p:sldId id="268" r:id="rId20"/>
    <p:sldId id="269" r:id="rId21"/>
    <p:sldId id="259" r:id="rId8"/>
    <p:sldId id="270" r:id="rId22"/>
    <p:sldId id="260" r:id="rId9"/>
    <p:sldId id="271" r:id="rId23"/>
    <p:sldId id="272" r:id="rId24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076EA"/>
    <a:srgbClr val="5A189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71FCFAA-7ECA-4D76-885D-D37ABD2E67D0}" v="5" dt="2026-09-26T20:20:07.19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09" d="100"/>
          <a:sy n="109" d="100"/>
        </p:scale>
        <p:origin x="706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microsoft.com/office/2016/11/relationships/changesInfo" Target="changesInfos/changesInfo1.xml"/><Relationship Id="rId17" Type="http://schemas.microsoft.com/office/2015/10/relationships/revisionInfo" Target="revisionInfo.xml"/><Relationship Id="rId18" Type="http://schemas.openxmlformats.org/officeDocument/2006/relationships/slide" Target="slides/slide10.xml"/><Relationship Id="rId19" Type="http://schemas.openxmlformats.org/officeDocument/2006/relationships/slide" Target="slides/slide11.xml"/><Relationship Id="rId20" Type="http://schemas.openxmlformats.org/officeDocument/2006/relationships/slide" Target="slides/slide12.xml"/><Relationship Id="rId21" Type="http://schemas.openxmlformats.org/officeDocument/2006/relationships/slide" Target="slides/slide13.xml"/><Relationship Id="rId22" Type="http://schemas.openxmlformats.org/officeDocument/2006/relationships/slide" Target="slides/slide14.xml"/><Relationship Id="rId23" Type="http://schemas.openxmlformats.org/officeDocument/2006/relationships/slide" Target="slides/slide15.xml"/><Relationship Id="rId24" Type="http://schemas.openxmlformats.org/officeDocument/2006/relationships/slide" Target="slides/slide16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Nahuel Roel" userId="f57eb92d7f62e27b" providerId="LiveId" clId="{1698397B-2804-4513-BF38-7951CB4798F0}"/>
    <pc:docChg chg="undo redo custSel addSld delSld modSld sldOrd">
      <pc:chgData name="Nahuel Roel" userId="f57eb92d7f62e27b" providerId="LiveId" clId="{1698397B-2804-4513-BF38-7951CB4798F0}" dt="2026-09-26T20:28:16.768" v="401" actId="478"/>
      <pc:docMkLst>
        <pc:docMk/>
      </pc:docMkLst>
      <pc:sldChg chg="delSp modSp mod">
        <pc:chgData name="Nahuel Roel" userId="f57eb92d7f62e27b" providerId="LiveId" clId="{1698397B-2804-4513-BF38-7951CB4798F0}" dt="2026-09-26T20:28:16.768" v="401" actId="478"/>
        <pc:sldMkLst>
          <pc:docMk/>
          <pc:sldMk cId="0" sldId="256"/>
        </pc:sldMkLst>
        <pc:spChg chg="mod">
          <ac:chgData name="Nahuel Roel" userId="f57eb92d7f62e27b" providerId="LiveId" clId="{1698397B-2804-4513-BF38-7951CB4798F0}" dt="2026-09-26T20:28:10.416" v="398" actId="1076"/>
          <ac:spMkLst>
            <pc:docMk/>
            <pc:sldMk cId="0" sldId="256"/>
            <ac:spMk id="2" creationId="{00000000-0000-0000-0000-000000000000}"/>
          </ac:spMkLst>
        </pc:spChg>
        <pc:spChg chg="del">
          <ac:chgData name="Nahuel Roel" userId="f57eb92d7f62e27b" providerId="LiveId" clId="{1698397B-2804-4513-BF38-7951CB4798F0}" dt="2026-09-26T20:28:16.768" v="401" actId="478"/>
          <ac:spMkLst>
            <pc:docMk/>
            <pc:sldMk cId="0" sldId="256"/>
            <ac:spMk id="3" creationId="{00000000-0000-0000-0000-000000000000}"/>
          </ac:spMkLst>
        </pc:spChg>
        <pc:spChg chg="mod">
          <ac:chgData name="Nahuel Roel" userId="f57eb92d7f62e27b" providerId="LiveId" clId="{1698397B-2804-4513-BF38-7951CB4798F0}" dt="2026-09-26T20:28:12.245" v="399" actId="1076"/>
          <ac:spMkLst>
            <pc:docMk/>
            <pc:sldMk cId="0" sldId="256"/>
            <ac:spMk id="6" creationId="{00000000-0000-0000-0000-000000000000}"/>
          </ac:spMkLst>
        </pc:spChg>
        <pc:spChg chg="del">
          <ac:chgData name="Nahuel Roel" userId="f57eb92d7f62e27b" providerId="LiveId" clId="{1698397B-2804-4513-BF38-7951CB4798F0}" dt="2026-09-26T20:28:14.027" v="400" actId="478"/>
          <ac:spMkLst>
            <pc:docMk/>
            <pc:sldMk cId="0" sldId="256"/>
            <ac:spMk id="7" creationId="{00000000-0000-0000-0000-000000000000}"/>
          </ac:spMkLst>
        </pc:spChg>
      </pc:sldChg>
      <pc:sldChg chg="delSp modSp mod">
        <pc:chgData name="Nahuel Roel" userId="f57eb92d7f62e27b" providerId="LiveId" clId="{1698397B-2804-4513-BF38-7951CB4798F0}" dt="2026-09-26T20:28:06.699" v="397" actId="478"/>
        <pc:sldMkLst>
          <pc:docMk/>
          <pc:sldMk cId="0" sldId="257"/>
        </pc:sldMkLst>
        <pc:spChg chg="del">
          <ac:chgData name="Nahuel Roel" userId="f57eb92d7f62e27b" providerId="LiveId" clId="{1698397B-2804-4513-BF38-7951CB4798F0}" dt="2026-09-26T20:28:06.699" v="397" actId="478"/>
          <ac:spMkLst>
            <pc:docMk/>
            <pc:sldMk cId="0" sldId="257"/>
            <ac:spMk id="3" creationId="{00000000-0000-0000-0000-000000000000}"/>
          </ac:spMkLst>
        </pc:spChg>
        <pc:spChg chg="del">
          <ac:chgData name="Nahuel Roel" userId="f57eb92d7f62e27b" providerId="LiveId" clId="{1698397B-2804-4513-BF38-7951CB4798F0}" dt="2026-09-26T20:28:01.996" v="395" actId="478"/>
          <ac:spMkLst>
            <pc:docMk/>
            <pc:sldMk cId="0" sldId="257"/>
            <ac:spMk id="4" creationId="{00000000-0000-0000-0000-000000000000}"/>
          </ac:spMkLst>
        </pc:spChg>
        <pc:spChg chg="mod">
          <ac:chgData name="Nahuel Roel" userId="f57eb92d7f62e27b" providerId="LiveId" clId="{1698397B-2804-4513-BF38-7951CB4798F0}" dt="2026-09-26T20:24:04.882" v="302" actId="6549"/>
          <ac:spMkLst>
            <pc:docMk/>
            <pc:sldMk cId="0" sldId="257"/>
            <ac:spMk id="16" creationId="{00000000-0000-0000-0000-000000000000}"/>
          </ac:spMkLst>
        </pc:spChg>
        <pc:spChg chg="mod">
          <ac:chgData name="Nahuel Roel" userId="f57eb92d7f62e27b" providerId="LiveId" clId="{1698397B-2804-4513-BF38-7951CB4798F0}" dt="2026-09-26T20:28:04.870" v="396" actId="20577"/>
          <ac:spMkLst>
            <pc:docMk/>
            <pc:sldMk cId="0" sldId="257"/>
            <ac:spMk id="17" creationId="{00000000-0000-0000-0000-000000000000}"/>
          </ac:spMkLst>
        </pc:spChg>
      </pc:sldChg>
      <pc:sldChg chg="addSp delSp modSp mod">
        <pc:chgData name="Nahuel Roel" userId="f57eb92d7f62e27b" providerId="LiveId" clId="{1698397B-2804-4513-BF38-7951CB4798F0}" dt="2026-09-26T20:20:05.060" v="224" actId="20577"/>
        <pc:sldMkLst>
          <pc:docMk/>
          <pc:sldMk cId="0" sldId="258"/>
        </pc:sldMkLst>
        <pc:spChg chg="mod">
          <ac:chgData name="Nahuel Roel" userId="f57eb92d7f62e27b" providerId="LiveId" clId="{1698397B-2804-4513-BF38-7951CB4798F0}" dt="2026-09-26T20:20:05.060" v="224" actId="20577"/>
          <ac:spMkLst>
            <pc:docMk/>
            <pc:sldMk cId="0" sldId="258"/>
            <ac:spMk id="2" creationId="{00000000-0000-0000-0000-000000000000}"/>
          </ac:spMkLst>
        </pc:spChg>
        <pc:spChg chg="del">
          <ac:chgData name="Nahuel Roel" userId="f57eb92d7f62e27b" providerId="LiveId" clId="{1698397B-2804-4513-BF38-7951CB4798F0}" dt="2026-09-26T20:10:29.308" v="0" actId="478"/>
          <ac:spMkLst>
            <pc:docMk/>
            <pc:sldMk cId="0" sldId="258"/>
            <ac:spMk id="3" creationId="{00000000-0000-0000-0000-000000000000}"/>
          </ac:spMkLst>
        </pc:spChg>
        <pc:spChg chg="del">
          <ac:chgData name="Nahuel Roel" userId="f57eb92d7f62e27b" providerId="LiveId" clId="{1698397B-2804-4513-BF38-7951CB4798F0}" dt="2026-09-26T20:10:48.956" v="17" actId="478"/>
          <ac:spMkLst>
            <pc:docMk/>
            <pc:sldMk cId="0" sldId="258"/>
            <ac:spMk id="4" creationId="{00000000-0000-0000-0000-000000000000}"/>
          </ac:spMkLst>
        </pc:spChg>
        <pc:spChg chg="del">
          <ac:chgData name="Nahuel Roel" userId="f57eb92d7f62e27b" providerId="LiveId" clId="{1698397B-2804-4513-BF38-7951CB4798F0}" dt="2026-09-26T20:10:34.894" v="9" actId="478"/>
          <ac:spMkLst>
            <pc:docMk/>
            <pc:sldMk cId="0" sldId="258"/>
            <ac:spMk id="5" creationId="{00000000-0000-0000-0000-000000000000}"/>
          </ac:spMkLst>
        </pc:spChg>
        <pc:spChg chg="del">
          <ac:chgData name="Nahuel Roel" userId="f57eb92d7f62e27b" providerId="LiveId" clId="{1698397B-2804-4513-BF38-7951CB4798F0}" dt="2026-09-26T20:10:33.748" v="6" actId="478"/>
          <ac:spMkLst>
            <pc:docMk/>
            <pc:sldMk cId="0" sldId="258"/>
            <ac:spMk id="6" creationId="{00000000-0000-0000-0000-000000000000}"/>
          </ac:spMkLst>
        </pc:spChg>
        <pc:spChg chg="del mod">
          <ac:chgData name="Nahuel Roel" userId="f57eb92d7f62e27b" providerId="LiveId" clId="{1698397B-2804-4513-BF38-7951CB4798F0}" dt="2026-09-26T20:10:34.559" v="8" actId="478"/>
          <ac:spMkLst>
            <pc:docMk/>
            <pc:sldMk cId="0" sldId="258"/>
            <ac:spMk id="7" creationId="{00000000-0000-0000-0000-000000000000}"/>
          </ac:spMkLst>
        </pc:spChg>
        <pc:spChg chg="del">
          <ac:chgData name="Nahuel Roel" userId="f57eb92d7f62e27b" providerId="LiveId" clId="{1698397B-2804-4513-BF38-7951CB4798F0}" dt="2026-09-26T20:10:31.569" v="3" actId="478"/>
          <ac:spMkLst>
            <pc:docMk/>
            <pc:sldMk cId="0" sldId="258"/>
            <ac:spMk id="8" creationId="{00000000-0000-0000-0000-000000000000}"/>
          </ac:spMkLst>
        </pc:spChg>
        <pc:spChg chg="del">
          <ac:chgData name="Nahuel Roel" userId="f57eb92d7f62e27b" providerId="LiveId" clId="{1698397B-2804-4513-BF38-7951CB4798F0}" dt="2026-09-26T20:10:30.686" v="1" actId="478"/>
          <ac:spMkLst>
            <pc:docMk/>
            <pc:sldMk cId="0" sldId="258"/>
            <ac:spMk id="9" creationId="{00000000-0000-0000-0000-000000000000}"/>
          </ac:spMkLst>
        </pc:spChg>
        <pc:spChg chg="del mod">
          <ac:chgData name="Nahuel Roel" userId="f57eb92d7f62e27b" providerId="LiveId" clId="{1698397B-2804-4513-BF38-7951CB4798F0}" dt="2026-09-26T20:10:33.012" v="5" actId="478"/>
          <ac:spMkLst>
            <pc:docMk/>
            <pc:sldMk cId="0" sldId="258"/>
            <ac:spMk id="10" creationId="{00000000-0000-0000-0000-000000000000}"/>
          </ac:spMkLst>
        </pc:spChg>
        <pc:spChg chg="mod">
          <ac:chgData name="Nahuel Roel" userId="f57eb92d7f62e27b" providerId="LiveId" clId="{1698397B-2804-4513-BF38-7951CB4798F0}" dt="2026-09-26T20:11:55.088" v="31" actId="14100"/>
          <ac:spMkLst>
            <pc:docMk/>
            <pc:sldMk cId="0" sldId="258"/>
            <ac:spMk id="11" creationId="{00000000-0000-0000-0000-000000000000}"/>
          </ac:spMkLst>
        </pc:spChg>
        <pc:spChg chg="mod">
          <ac:chgData name="Nahuel Roel" userId="f57eb92d7f62e27b" providerId="LiveId" clId="{1698397B-2804-4513-BF38-7951CB4798F0}" dt="2026-09-26T20:18:54.479" v="86" actId="20577"/>
          <ac:spMkLst>
            <pc:docMk/>
            <pc:sldMk cId="0" sldId="258"/>
            <ac:spMk id="12" creationId="{00000000-0000-0000-0000-000000000000}"/>
          </ac:spMkLst>
        </pc:spChg>
        <pc:spChg chg="mod">
          <ac:chgData name="Nahuel Roel" userId="f57eb92d7f62e27b" providerId="LiveId" clId="{1698397B-2804-4513-BF38-7951CB4798F0}" dt="2026-09-26T20:18:59.016" v="113" actId="20577"/>
          <ac:spMkLst>
            <pc:docMk/>
            <pc:sldMk cId="0" sldId="258"/>
            <ac:spMk id="13" creationId="{00000000-0000-0000-0000-000000000000}"/>
          </ac:spMkLst>
        </pc:spChg>
        <pc:spChg chg="add mod">
          <ac:chgData name="Nahuel Roel" userId="f57eb92d7f62e27b" providerId="LiveId" clId="{1698397B-2804-4513-BF38-7951CB4798F0}" dt="2026-09-26T20:13:52.235" v="66" actId="14100"/>
          <ac:spMkLst>
            <pc:docMk/>
            <pc:sldMk cId="0" sldId="258"/>
            <ac:spMk id="15" creationId="{1ED05ED1-CE50-06A2-178F-B4365671B18F}"/>
          </ac:spMkLst>
        </pc:spChg>
        <pc:spChg chg="add mod">
          <ac:chgData name="Nahuel Roel" userId="f57eb92d7f62e27b" providerId="LiveId" clId="{1698397B-2804-4513-BF38-7951CB4798F0}" dt="2026-09-26T20:19:49.957" v="214" actId="20577"/>
          <ac:spMkLst>
            <pc:docMk/>
            <pc:sldMk cId="0" sldId="258"/>
            <ac:spMk id="17" creationId="{1291722D-C809-2238-9939-339690D52438}"/>
          </ac:spMkLst>
        </pc:spChg>
        <pc:picChg chg="add mod">
          <ac:chgData name="Nahuel Roel" userId="f57eb92d7f62e27b" providerId="LiveId" clId="{1698397B-2804-4513-BF38-7951CB4798F0}" dt="2026-09-26T20:18:02.073" v="74" actId="1076"/>
          <ac:picMkLst>
            <pc:docMk/>
            <pc:sldMk cId="0" sldId="258"/>
            <ac:picMk id="19" creationId="{B4D1304C-9DB8-ADA7-9C94-5BFB501CEB80}"/>
          </ac:picMkLst>
        </pc:picChg>
      </pc:sldChg>
      <pc:sldChg chg="delSp modSp mod">
        <pc:chgData name="Nahuel Roel" userId="f57eb92d7f62e27b" providerId="LiveId" clId="{1698397B-2804-4513-BF38-7951CB4798F0}" dt="2026-09-26T20:27:08.471" v="394" actId="1076"/>
        <pc:sldMkLst>
          <pc:docMk/>
          <pc:sldMk cId="0" sldId="259"/>
        </pc:sldMkLst>
        <pc:spChg chg="mod">
          <ac:chgData name="Nahuel Roel" userId="f57eb92d7f62e27b" providerId="LiveId" clId="{1698397B-2804-4513-BF38-7951CB4798F0}" dt="2026-09-26T20:25:29.611" v="349" actId="20577"/>
          <ac:spMkLst>
            <pc:docMk/>
            <pc:sldMk cId="0" sldId="259"/>
            <ac:spMk id="2" creationId="{00000000-0000-0000-0000-000000000000}"/>
          </ac:spMkLst>
        </pc:spChg>
        <pc:spChg chg="del">
          <ac:chgData name="Nahuel Roel" userId="f57eb92d7f62e27b" providerId="LiveId" clId="{1698397B-2804-4513-BF38-7951CB4798F0}" dt="2026-09-26T20:25:31.966" v="350" actId="21"/>
          <ac:spMkLst>
            <pc:docMk/>
            <pc:sldMk cId="0" sldId="259"/>
            <ac:spMk id="3" creationId="{00000000-0000-0000-0000-000000000000}"/>
          </ac:spMkLst>
        </pc:spChg>
        <pc:spChg chg="del">
          <ac:chgData name="Nahuel Roel" userId="f57eb92d7f62e27b" providerId="LiveId" clId="{1698397B-2804-4513-BF38-7951CB4798F0}" dt="2026-09-26T20:26:51.559" v="390" actId="478"/>
          <ac:spMkLst>
            <pc:docMk/>
            <pc:sldMk cId="0" sldId="259"/>
            <ac:spMk id="4" creationId="{00000000-0000-0000-0000-000000000000}"/>
          </ac:spMkLst>
        </pc:spChg>
        <pc:spChg chg="mod">
          <ac:chgData name="Nahuel Roel" userId="f57eb92d7f62e27b" providerId="LiveId" clId="{1698397B-2804-4513-BF38-7951CB4798F0}" dt="2026-09-26T20:26:49.641" v="389" actId="207"/>
          <ac:spMkLst>
            <pc:docMk/>
            <pc:sldMk cId="0" sldId="259"/>
            <ac:spMk id="5" creationId="{00000000-0000-0000-0000-000000000000}"/>
          </ac:spMkLst>
        </pc:spChg>
        <pc:spChg chg="mod">
          <ac:chgData name="Nahuel Roel" userId="f57eb92d7f62e27b" providerId="LiveId" clId="{1698397B-2804-4513-BF38-7951CB4798F0}" dt="2026-09-26T20:27:08.471" v="394" actId="1076"/>
          <ac:spMkLst>
            <pc:docMk/>
            <pc:sldMk cId="0" sldId="259"/>
            <ac:spMk id="8" creationId="{00000000-0000-0000-0000-000000000000}"/>
          </ac:spMkLst>
        </pc:spChg>
        <pc:spChg chg="mod">
          <ac:chgData name="Nahuel Roel" userId="f57eb92d7f62e27b" providerId="LiveId" clId="{1698397B-2804-4513-BF38-7951CB4798F0}" dt="2026-09-26T20:27:08.471" v="394" actId="1076"/>
          <ac:spMkLst>
            <pc:docMk/>
            <pc:sldMk cId="0" sldId="259"/>
            <ac:spMk id="9" creationId="{00000000-0000-0000-0000-000000000000}"/>
          </ac:spMkLst>
        </pc:spChg>
        <pc:spChg chg="mod">
          <ac:chgData name="Nahuel Roel" userId="f57eb92d7f62e27b" providerId="LiveId" clId="{1698397B-2804-4513-BF38-7951CB4798F0}" dt="2026-09-26T20:27:08.471" v="394" actId="1076"/>
          <ac:spMkLst>
            <pc:docMk/>
            <pc:sldMk cId="0" sldId="259"/>
            <ac:spMk id="10" creationId="{00000000-0000-0000-0000-000000000000}"/>
          </ac:spMkLst>
        </pc:spChg>
        <pc:spChg chg="mod">
          <ac:chgData name="Nahuel Roel" userId="f57eb92d7f62e27b" providerId="LiveId" clId="{1698397B-2804-4513-BF38-7951CB4798F0}" dt="2026-09-26T20:26:49.641" v="389" actId="207"/>
          <ac:spMkLst>
            <pc:docMk/>
            <pc:sldMk cId="0" sldId="259"/>
            <ac:spMk id="11" creationId="{00000000-0000-0000-0000-000000000000}"/>
          </ac:spMkLst>
        </pc:spChg>
        <pc:spChg chg="mod">
          <ac:chgData name="Nahuel Roel" userId="f57eb92d7f62e27b" providerId="LiveId" clId="{1698397B-2804-4513-BF38-7951CB4798F0}" dt="2026-09-26T20:26:37.248" v="388" actId="20577"/>
          <ac:spMkLst>
            <pc:docMk/>
            <pc:sldMk cId="0" sldId="259"/>
            <ac:spMk id="13" creationId="{00000000-0000-0000-0000-000000000000}"/>
          </ac:spMkLst>
        </pc:spChg>
        <pc:spChg chg="mod">
          <ac:chgData name="Nahuel Roel" userId="f57eb92d7f62e27b" providerId="LiveId" clId="{1698397B-2804-4513-BF38-7951CB4798F0}" dt="2026-09-26T20:27:08.471" v="394" actId="1076"/>
          <ac:spMkLst>
            <pc:docMk/>
            <pc:sldMk cId="0" sldId="259"/>
            <ac:spMk id="14" creationId="{00000000-0000-0000-0000-000000000000}"/>
          </ac:spMkLst>
        </pc:spChg>
        <pc:spChg chg="mod">
          <ac:chgData name="Nahuel Roel" userId="f57eb92d7f62e27b" providerId="LiveId" clId="{1698397B-2804-4513-BF38-7951CB4798F0}" dt="2026-09-26T20:27:08.471" v="394" actId="1076"/>
          <ac:spMkLst>
            <pc:docMk/>
            <pc:sldMk cId="0" sldId="259"/>
            <ac:spMk id="15" creationId="{00000000-0000-0000-0000-000000000000}"/>
          </ac:spMkLst>
        </pc:spChg>
        <pc:spChg chg="mod">
          <ac:chgData name="Nahuel Roel" userId="f57eb92d7f62e27b" providerId="LiveId" clId="{1698397B-2804-4513-BF38-7951CB4798F0}" dt="2026-09-26T20:27:08.471" v="394" actId="1076"/>
          <ac:spMkLst>
            <pc:docMk/>
            <pc:sldMk cId="0" sldId="259"/>
            <ac:spMk id="16" creationId="{00000000-0000-0000-0000-000000000000}"/>
          </ac:spMkLst>
        </pc:spChg>
        <pc:spChg chg="mod">
          <ac:chgData name="Nahuel Roel" userId="f57eb92d7f62e27b" providerId="LiveId" clId="{1698397B-2804-4513-BF38-7951CB4798F0}" dt="2026-09-26T20:26:49.641" v="389" actId="207"/>
          <ac:spMkLst>
            <pc:docMk/>
            <pc:sldMk cId="0" sldId="259"/>
            <ac:spMk id="17" creationId="{00000000-0000-0000-0000-000000000000}"/>
          </ac:spMkLst>
        </pc:spChg>
        <pc:spChg chg="mod">
          <ac:chgData name="Nahuel Roel" userId="f57eb92d7f62e27b" providerId="LiveId" clId="{1698397B-2804-4513-BF38-7951CB4798F0}" dt="2026-09-26T20:27:08.471" v="394" actId="1076"/>
          <ac:spMkLst>
            <pc:docMk/>
            <pc:sldMk cId="0" sldId="259"/>
            <ac:spMk id="20" creationId="{00000000-0000-0000-0000-000000000000}"/>
          </ac:spMkLst>
        </pc:spChg>
        <pc:spChg chg="mod">
          <ac:chgData name="Nahuel Roel" userId="f57eb92d7f62e27b" providerId="LiveId" clId="{1698397B-2804-4513-BF38-7951CB4798F0}" dt="2026-09-26T20:27:08.471" v="394" actId="1076"/>
          <ac:spMkLst>
            <pc:docMk/>
            <pc:sldMk cId="0" sldId="259"/>
            <ac:spMk id="21" creationId="{00000000-0000-0000-0000-000000000000}"/>
          </ac:spMkLst>
        </pc:spChg>
        <pc:spChg chg="mod">
          <ac:chgData name="Nahuel Roel" userId="f57eb92d7f62e27b" providerId="LiveId" clId="{1698397B-2804-4513-BF38-7951CB4798F0}" dt="2026-09-26T20:27:08.471" v="394" actId="1076"/>
          <ac:spMkLst>
            <pc:docMk/>
            <pc:sldMk cId="0" sldId="259"/>
            <ac:spMk id="22" creationId="{00000000-0000-0000-0000-000000000000}"/>
          </ac:spMkLst>
        </pc:spChg>
        <pc:spChg chg="mod">
          <ac:chgData name="Nahuel Roel" userId="f57eb92d7f62e27b" providerId="LiveId" clId="{1698397B-2804-4513-BF38-7951CB4798F0}" dt="2026-09-26T20:26:49.641" v="389" actId="207"/>
          <ac:spMkLst>
            <pc:docMk/>
            <pc:sldMk cId="0" sldId="259"/>
            <ac:spMk id="23" creationId="{00000000-0000-0000-0000-000000000000}"/>
          </ac:spMkLst>
        </pc:spChg>
      </pc:sldChg>
      <pc:sldChg chg="delSp del mod">
        <pc:chgData name="Nahuel Roel" userId="f57eb92d7f62e27b" providerId="LiveId" clId="{1698397B-2804-4513-BF38-7951CB4798F0}" dt="2026-09-26T20:26:28.113" v="383" actId="47"/>
        <pc:sldMkLst>
          <pc:docMk/>
          <pc:sldMk cId="0" sldId="261"/>
        </pc:sldMkLst>
        <pc:spChg chg="del">
          <ac:chgData name="Nahuel Roel" userId="f57eb92d7f62e27b" providerId="LiveId" clId="{1698397B-2804-4513-BF38-7951CB4798F0}" dt="2026-09-26T20:25:52.738" v="363" actId="21"/>
          <ac:spMkLst>
            <pc:docMk/>
            <pc:sldMk cId="0" sldId="261"/>
            <ac:spMk id="2" creationId="{00000000-0000-0000-0000-000000000000}"/>
          </ac:spMkLst>
        </pc:spChg>
      </pc:sldChg>
      <pc:sldChg chg="addSp delSp modSp mod ord">
        <pc:chgData name="Nahuel Roel" userId="f57eb92d7f62e27b" providerId="LiveId" clId="{1698397B-2804-4513-BF38-7951CB4798F0}" dt="2026-09-26T20:26:23.366" v="382" actId="313"/>
        <pc:sldMkLst>
          <pc:docMk/>
          <pc:sldMk cId="0" sldId="262"/>
        </pc:sldMkLst>
        <pc:spChg chg="del">
          <ac:chgData name="Nahuel Roel" userId="f57eb92d7f62e27b" providerId="LiveId" clId="{1698397B-2804-4513-BF38-7951CB4798F0}" dt="2026-09-26T20:25:41.617" v="353" actId="478"/>
          <ac:spMkLst>
            <pc:docMk/>
            <pc:sldMk cId="0" sldId="262"/>
            <ac:spMk id="2" creationId="{00000000-0000-0000-0000-000000000000}"/>
          </ac:spMkLst>
        </pc:spChg>
        <pc:spChg chg="mod">
          <ac:chgData name="Nahuel Roel" userId="f57eb92d7f62e27b" providerId="LiveId" clId="{1698397B-2804-4513-BF38-7951CB4798F0}" dt="2026-09-26T20:25:46.761" v="361" actId="20577"/>
          <ac:spMkLst>
            <pc:docMk/>
            <pc:sldMk cId="0" sldId="262"/>
            <ac:spMk id="3" creationId="{00000000-0000-0000-0000-000000000000}"/>
          </ac:spMkLst>
        </pc:spChg>
        <pc:spChg chg="del">
          <ac:chgData name="Nahuel Roel" userId="f57eb92d7f62e27b" providerId="LiveId" clId="{1698397B-2804-4513-BF38-7951CB4798F0}" dt="2026-09-26T20:25:49.905" v="362" actId="478"/>
          <ac:spMkLst>
            <pc:docMk/>
            <pc:sldMk cId="0" sldId="262"/>
            <ac:spMk id="4" creationId="{00000000-0000-0000-0000-000000000000}"/>
          </ac:spMkLst>
        </pc:spChg>
        <pc:spChg chg="add mod">
          <ac:chgData name="Nahuel Roel" userId="f57eb92d7f62e27b" providerId="LiveId" clId="{1698397B-2804-4513-BF38-7951CB4798F0}" dt="2026-09-26T20:25:58.969" v="366" actId="1076"/>
          <ac:spMkLst>
            <pc:docMk/>
            <pc:sldMk cId="0" sldId="262"/>
            <ac:spMk id="6" creationId="{5DEF2027-0747-FA2E-1227-2DA6BFBD4726}"/>
          </ac:spMkLst>
        </pc:spChg>
        <pc:spChg chg="add mod">
          <ac:chgData name="Nahuel Roel" userId="f57eb92d7f62e27b" providerId="LiveId" clId="{1698397B-2804-4513-BF38-7951CB4798F0}" dt="2026-09-26T20:26:08.988" v="369" actId="1076"/>
          <ac:spMkLst>
            <pc:docMk/>
            <pc:sldMk cId="0" sldId="262"/>
            <ac:spMk id="8" creationId="{B76805F3-EB20-5347-6375-5560CC710DE1}"/>
          </ac:spMkLst>
        </pc:spChg>
        <pc:spChg chg="add mod">
          <ac:chgData name="Nahuel Roel" userId="f57eb92d7f62e27b" providerId="LiveId" clId="{1698397B-2804-4513-BF38-7951CB4798F0}" dt="2026-09-26T20:26:23.366" v="382" actId="313"/>
          <ac:spMkLst>
            <pc:docMk/>
            <pc:sldMk cId="0" sldId="262"/>
            <ac:spMk id="10" creationId="{B7E35F91-C4B0-63AC-AA54-9A7227871712}"/>
          </ac:spMkLst>
        </pc:spChg>
      </pc:sldChg>
      <pc:sldChg chg="addSp delSp modSp add mod ord">
        <pc:chgData name="Nahuel Roel" userId="f57eb92d7f62e27b" providerId="LiveId" clId="{1698397B-2804-4513-BF38-7951CB4798F0}" dt="2026-09-26T20:20:00.715" v="221" actId="1076"/>
        <pc:sldMkLst>
          <pc:docMk/>
          <pc:sldMk cId="245088736" sldId="263"/>
        </pc:sldMkLst>
        <pc:spChg chg="mod">
          <ac:chgData name="Nahuel Roel" userId="f57eb92d7f62e27b" providerId="LiveId" clId="{1698397B-2804-4513-BF38-7951CB4798F0}" dt="2026-09-26T20:20:00.715" v="221" actId="1076"/>
          <ac:spMkLst>
            <pc:docMk/>
            <pc:sldMk cId="245088736" sldId="263"/>
            <ac:spMk id="2" creationId="{45FBCF84-BF0C-00DD-1115-ECF03D12DDA6}"/>
          </ac:spMkLst>
        </pc:spChg>
        <pc:picChg chg="add mod modCrop">
          <ac:chgData name="Nahuel Roel" userId="f57eb92d7f62e27b" providerId="LiveId" clId="{1698397B-2804-4513-BF38-7951CB4798F0}" dt="2026-09-26T20:18:42.898" v="83" actId="14100"/>
          <ac:picMkLst>
            <pc:docMk/>
            <pc:sldMk cId="245088736" sldId="263"/>
            <ac:picMk id="4" creationId="{73C89965-8635-48DC-08A7-A026EB8E9D94}"/>
          </ac:picMkLst>
        </pc:picChg>
        <pc:picChg chg="del">
          <ac:chgData name="Nahuel Roel" userId="f57eb92d7f62e27b" providerId="LiveId" clId="{1698397B-2804-4513-BF38-7951CB4798F0}" dt="2026-09-26T20:18:28.706" v="76" actId="478"/>
          <ac:picMkLst>
            <pc:docMk/>
            <pc:sldMk cId="245088736" sldId="263"/>
            <ac:picMk id="19" creationId="{EE1F7891-58B8-4FC7-A75B-047789C4A474}"/>
          </ac:picMkLst>
        </pc:picChg>
      </pc:sldChg>
      <pc:sldChg chg="addSp delSp modSp add mod">
        <pc:chgData name="Nahuel Roel" userId="f57eb92d7f62e27b" providerId="LiveId" clId="{1698397B-2804-4513-BF38-7951CB4798F0}" dt="2026-09-26T20:23:33.699" v="261" actId="20577"/>
        <pc:sldMkLst>
          <pc:docMk/>
          <pc:sldMk cId="3812165332" sldId="264"/>
        </pc:sldMkLst>
        <pc:spChg chg="mod">
          <ac:chgData name="Nahuel Roel" userId="f57eb92d7f62e27b" providerId="LiveId" clId="{1698397B-2804-4513-BF38-7951CB4798F0}" dt="2026-09-26T20:20:09.480" v="227" actId="20577"/>
          <ac:spMkLst>
            <pc:docMk/>
            <pc:sldMk cId="3812165332" sldId="264"/>
            <ac:spMk id="2" creationId="{1B8BE186-2227-0AEE-46BF-1738518AF7E2}"/>
          </ac:spMkLst>
        </pc:spChg>
        <pc:spChg chg="mod">
          <ac:chgData name="Nahuel Roel" userId="f57eb92d7f62e27b" providerId="LiveId" clId="{1698397B-2804-4513-BF38-7951CB4798F0}" dt="2026-09-26T20:23:25.442" v="259" actId="20577"/>
          <ac:spMkLst>
            <pc:docMk/>
            <pc:sldMk cId="3812165332" sldId="264"/>
            <ac:spMk id="12" creationId="{FF346D48-99B4-78ED-CF54-DB6A3D402E26}"/>
          </ac:spMkLst>
        </pc:spChg>
        <pc:spChg chg="mod">
          <ac:chgData name="Nahuel Roel" userId="f57eb92d7f62e27b" providerId="LiveId" clId="{1698397B-2804-4513-BF38-7951CB4798F0}" dt="2026-09-26T20:23:33.699" v="261" actId="20577"/>
          <ac:spMkLst>
            <pc:docMk/>
            <pc:sldMk cId="3812165332" sldId="264"/>
            <ac:spMk id="13" creationId="{961D826F-99A4-C802-E6F8-FA059D329199}"/>
          </ac:spMkLst>
        </pc:spChg>
        <pc:spChg chg="mod">
          <ac:chgData name="Nahuel Roel" userId="f57eb92d7f62e27b" providerId="LiveId" clId="{1698397B-2804-4513-BF38-7951CB4798F0}" dt="2026-09-26T20:22:45.511" v="246" actId="313"/>
          <ac:spMkLst>
            <pc:docMk/>
            <pc:sldMk cId="3812165332" sldId="264"/>
            <ac:spMk id="17" creationId="{BFEECB63-4CC8-9CA3-665B-7BF2CFCADD52}"/>
          </ac:spMkLst>
        </pc:spChg>
        <pc:picChg chg="add del mod">
          <ac:chgData name="Nahuel Roel" userId="f57eb92d7f62e27b" providerId="LiveId" clId="{1698397B-2804-4513-BF38-7951CB4798F0}" dt="2026-09-26T20:22:48.333" v="248" actId="478"/>
          <ac:picMkLst>
            <pc:docMk/>
            <pc:sldMk cId="3812165332" sldId="264"/>
            <ac:picMk id="4" creationId="{9CDCAB2A-AA65-2A24-B758-C8DB3F2D7B8D}"/>
          </ac:picMkLst>
        </pc:picChg>
        <pc:picChg chg="add mod">
          <ac:chgData name="Nahuel Roel" userId="f57eb92d7f62e27b" providerId="LiveId" clId="{1698397B-2804-4513-BF38-7951CB4798F0}" dt="2026-09-26T20:23:12.245" v="255" actId="1076"/>
          <ac:picMkLst>
            <pc:docMk/>
            <pc:sldMk cId="3812165332" sldId="264"/>
            <ac:picMk id="6" creationId="{245D6323-744C-FC64-081D-3F6868E6F7DA}"/>
          </ac:picMkLst>
        </pc:picChg>
        <pc:picChg chg="add del">
          <ac:chgData name="Nahuel Roel" userId="f57eb92d7f62e27b" providerId="LiveId" clId="{1698397B-2804-4513-BF38-7951CB4798F0}" dt="2026-09-26T20:22:48.720" v="249" actId="478"/>
          <ac:picMkLst>
            <pc:docMk/>
            <pc:sldMk cId="3812165332" sldId="264"/>
            <ac:picMk id="19" creationId="{30F018FA-11D4-9F7F-4312-12FEA39A153C}"/>
          </ac:picMkLst>
        </pc:picChg>
      </pc:sldChg>
      <pc:sldChg chg="addSp delSp modSp add mod">
        <pc:chgData name="Nahuel Roel" userId="f57eb92d7f62e27b" providerId="LiveId" clId="{1698397B-2804-4513-BF38-7951CB4798F0}" dt="2026-09-26T20:25:14.207" v="315" actId="1076"/>
        <pc:sldMkLst>
          <pc:docMk/>
          <pc:sldMk cId="972062348" sldId="265"/>
        </pc:sldMkLst>
        <pc:spChg chg="mod">
          <ac:chgData name="Nahuel Roel" userId="f57eb92d7f62e27b" providerId="LiveId" clId="{1698397B-2804-4513-BF38-7951CB4798F0}" dt="2026-09-26T20:23:20.944" v="257" actId="20577"/>
          <ac:spMkLst>
            <pc:docMk/>
            <pc:sldMk cId="972062348" sldId="265"/>
            <ac:spMk id="2" creationId="{21E0B84E-B772-A594-B980-A7B918F749C6}"/>
          </ac:spMkLst>
        </pc:spChg>
        <pc:spChg chg="mod">
          <ac:chgData name="Nahuel Roel" userId="f57eb92d7f62e27b" providerId="LiveId" clId="{1698397B-2804-4513-BF38-7951CB4798F0}" dt="2026-09-26T20:24:17.128" v="303"/>
          <ac:spMkLst>
            <pc:docMk/>
            <pc:sldMk cId="972062348" sldId="265"/>
            <ac:spMk id="13" creationId="{0C2592C3-39BA-DB09-D0F1-BF73ED6DEC99}"/>
          </ac:spMkLst>
        </pc:spChg>
        <pc:spChg chg="mod">
          <ac:chgData name="Nahuel Roel" userId="f57eb92d7f62e27b" providerId="LiveId" clId="{1698397B-2804-4513-BF38-7951CB4798F0}" dt="2026-09-26T20:24:37.628" v="307" actId="114"/>
          <ac:spMkLst>
            <pc:docMk/>
            <pc:sldMk cId="972062348" sldId="265"/>
            <ac:spMk id="17" creationId="{90C1F140-6606-DACA-D829-EF5414EB787C}"/>
          </ac:spMkLst>
        </pc:spChg>
        <pc:picChg chg="add mod">
          <ac:chgData name="Nahuel Roel" userId="f57eb92d7f62e27b" providerId="LiveId" clId="{1698397B-2804-4513-BF38-7951CB4798F0}" dt="2026-09-26T20:25:14.207" v="315" actId="1076"/>
          <ac:picMkLst>
            <pc:docMk/>
            <pc:sldMk cId="972062348" sldId="265"/>
            <ac:picMk id="4" creationId="{D54C38F1-EA41-E117-080D-6E72D97DB534}"/>
          </ac:picMkLst>
        </pc:picChg>
        <pc:picChg chg="del">
          <ac:chgData name="Nahuel Roel" userId="f57eb92d7f62e27b" providerId="LiveId" clId="{1698397B-2804-4513-BF38-7951CB4798F0}" dt="2026-09-26T20:25:01.274" v="308" actId="478"/>
          <ac:picMkLst>
            <pc:docMk/>
            <pc:sldMk cId="972062348" sldId="265"/>
            <ac:picMk id="6" creationId="{21AE8783-30D3-B8F4-173A-AB2594BA4003}"/>
          </ac:picMkLst>
        </pc:picChg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545207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B6F366-B1AE-D3B5-0FA2-E78D02510E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957C39E-486C-E1F3-7DAC-2679F87D758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50B6AA2-6AA0-AD02-EEEE-5B7A87DA9D0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2E69FAD-01DA-896F-5923-C419DFEF614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522511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2DB7E8-D664-8419-CBB0-25A186408B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E750BBC-1509-CC64-7D62-E0AF895697F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AF2312B-8A5C-0CE5-C2A0-DC71895614A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4663D8D-1FAE-C4AD-88F9-72D9126D0A9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382253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EE2FF5-C0AA-82F2-DEEA-B992D2D9B6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DF85CBF-18AB-462F-4173-771BCA9B7F6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28AB757-E631-A6F9-48D2-A4E45CB8F13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491EA3-E659-1AB4-498B-0A29BBB58C0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79173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Relationship Id="rId4" Type="http://schemas.openxmlformats.org/officeDocument/2006/relationships/image" Target="../media/image5.png"/><Relationship Id="rId5" Type="http://schemas.openxmlformats.org/officeDocument/2006/relationships/image" Target="../media/image9.png"/><Relationship Id="rId6" Type="http://schemas.openxmlformats.org/officeDocument/2006/relationships/image" Target="../media/image13.png"/><Relationship Id="rId7" Type="http://schemas.openxmlformats.org/officeDocument/2006/relationships/image" Target="../media/image17.png"/><Relationship Id="rId8" Type="http://schemas.openxmlformats.org/officeDocument/2006/relationships/image" Target="../media/image2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Relationship Id="rId4" Type="http://schemas.openxmlformats.org/officeDocument/2006/relationships/image" Target="../media/image6.png"/><Relationship Id="rId5" Type="http://schemas.openxmlformats.org/officeDocument/2006/relationships/image" Target="../media/image10.png"/><Relationship Id="rId6" Type="http://schemas.openxmlformats.org/officeDocument/2006/relationships/image" Target="../media/image14.png"/><Relationship Id="rId7" Type="http://schemas.openxmlformats.org/officeDocument/2006/relationships/image" Target="../media/image18.png"/><Relationship Id="rId8" Type="http://schemas.openxmlformats.org/officeDocument/2006/relationships/image" Target="../media/image2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image" Target="../media/image7.png"/><Relationship Id="rId5" Type="http://schemas.openxmlformats.org/officeDocument/2006/relationships/image" Target="../media/image11.png"/><Relationship Id="rId6" Type="http://schemas.openxmlformats.org/officeDocument/2006/relationships/image" Target="../media/image15.png"/><Relationship Id="rId7" Type="http://schemas.openxmlformats.org/officeDocument/2006/relationships/image" Target="../media/image19.png"/><Relationship Id="rId8" Type="http://schemas.openxmlformats.org/officeDocument/2006/relationships/image" Target="../media/image2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Relationship Id="rId4" Type="http://schemas.openxmlformats.org/officeDocument/2006/relationships/image" Target="../media/image8.png"/><Relationship Id="rId5" Type="http://schemas.openxmlformats.org/officeDocument/2006/relationships/image" Target="../media/image12.png"/><Relationship Id="rId6" Type="http://schemas.openxmlformats.org/officeDocument/2006/relationships/image" Target="../media/image16.png"/><Relationship Id="rId7" Type="http://schemas.openxmlformats.org/officeDocument/2006/relationships/image" Target="../media/image20.png"/><Relationship Id="rId8" Type="http://schemas.openxmlformats.org/officeDocument/2006/relationships/image" Target="../media/image2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5.png"/><Relationship Id="rId4" Type="http://schemas.openxmlformats.org/officeDocument/2006/relationships/image" Target="../media/image9.png"/><Relationship Id="rId5" Type="http://schemas.openxmlformats.org/officeDocument/2006/relationships/image" Target="../media/image13.png"/><Relationship Id="rId6" Type="http://schemas.openxmlformats.org/officeDocument/2006/relationships/image" Target="../media/image17.png"/><Relationship Id="rId7" Type="http://schemas.openxmlformats.org/officeDocument/2006/relationships/image" Target="../media/image2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6.png"/><Relationship Id="rId4" Type="http://schemas.openxmlformats.org/officeDocument/2006/relationships/image" Target="../media/image10.png"/><Relationship Id="rId5" Type="http://schemas.openxmlformats.org/officeDocument/2006/relationships/image" Target="../media/image14.png"/><Relationship Id="rId6" Type="http://schemas.openxmlformats.org/officeDocument/2006/relationships/image" Target="../media/image18.png"/><Relationship Id="rId7" Type="http://schemas.openxmlformats.org/officeDocument/2006/relationships/image" Target="../media/image2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image" Target="../media/image7.png"/><Relationship Id="rId4" Type="http://schemas.openxmlformats.org/officeDocument/2006/relationships/image" Target="../media/image11.png"/><Relationship Id="rId5" Type="http://schemas.openxmlformats.org/officeDocument/2006/relationships/image" Target="../media/image15.png"/><Relationship Id="rId6" Type="http://schemas.openxmlformats.org/officeDocument/2006/relationships/image" Target="../media/image19.png"/><Relationship Id="rId7" Type="http://schemas.openxmlformats.org/officeDocument/2006/relationships/image" Target="../media/image2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Relationship Id="rId3" Type="http://schemas.openxmlformats.org/officeDocument/2006/relationships/image" Target="../media/image8.png"/><Relationship Id="rId4" Type="http://schemas.openxmlformats.org/officeDocument/2006/relationships/image" Target="../media/image12.png"/><Relationship Id="rId5" Type="http://schemas.openxmlformats.org/officeDocument/2006/relationships/image" Target="../media/image16.png"/><Relationship Id="rId6" Type="http://schemas.openxmlformats.org/officeDocument/2006/relationships/image" Target="../media/image20.png"/><Relationship Id="rId7" Type="http://schemas.openxmlformats.org/officeDocument/2006/relationships/image" Target="../media/image28.png"/><Relationship Id="rId8" Type="http://schemas.openxmlformats.org/officeDocument/2006/relationships/image" Target="../media/image2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E0A4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97230"/>
            <a:ext cx="7498080" cy="3749040"/>
          </a:xfrm>
          <a:prstGeom prst="roundRect">
            <a:avLst>
              <a:gd name="adj" fmla="val 195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 txBox="1"/>
          <p:nvPr/>
        </p:nvSpPr>
        <p:spPr>
          <a:xfrm>
            <a:off x="1188720" y="1371600"/>
            <a:ext cx="6766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2E0A4E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Estética, la app final y su publicación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1188720" y="2606040"/>
            <a:ext cx="676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Temas, navegación, tablas, mapas y publicación en la web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2971800"/>
            <a:ext cx="6766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A18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Visualización interactiva de datos con R y Shiny · Udelar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02920" y="320040"/>
            <a:ext cx="7040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E0A4E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Objetivos de la clase</a:t>
            </a:r>
            <a:endParaRPr lang="en-US" sz="3000" dirty="0"/>
          </a:p>
        </p:txBody>
      </p:sp>
      <p:sp>
        <p:nvSpPr>
          <p:cNvPr id="4" name="Shape 3"/>
          <p:cNvSpPr/>
          <p:nvPr/>
        </p:nvSpPr>
        <p:spPr>
          <a:xfrm>
            <a:off x="502920" y="1188720"/>
            <a:ext cx="457200" cy="457200"/>
          </a:xfrm>
          <a:prstGeom prst="ellipse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4"/>
          <p:cNvSpPr txBox="1"/>
          <p:nvPr/>
        </p:nvSpPr>
        <p:spPr>
          <a:xfrm>
            <a:off x="502920" y="1188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5"/>
          <p:cNvSpPr txBox="1"/>
          <p:nvPr/>
        </p:nvSpPr>
        <p:spPr>
          <a:xfrm>
            <a:off x="1188720" y="1143000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E0A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Entender el tema que venimos usando desde la Clase 2, bs_theme().</a:t>
            </a:r>
            <a:endParaRPr lang="en-US" sz="1500" dirty="0"/>
          </a:p>
        </p:txBody>
      </p:sp>
      <p:sp>
        <p:nvSpPr>
          <p:cNvPr id="7" name="Shape 6"/>
          <p:cNvSpPr/>
          <p:nvPr/>
        </p:nvSpPr>
        <p:spPr>
          <a:xfrm>
            <a:off x="502920" y="1752600"/>
            <a:ext cx="457200" cy="457200"/>
          </a:xfrm>
          <a:prstGeom prst="ellipse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7"/>
          <p:cNvSpPr txBox="1"/>
          <p:nvPr/>
        </p:nvSpPr>
        <p:spPr>
          <a:xfrm>
            <a:off x="502920" y="1752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2</a:t>
            </a:r>
            <a:endParaRPr lang="en-US" sz="1600" dirty="0"/>
          </a:p>
        </p:txBody>
      </p:sp>
      <p:sp>
        <p:nvSpPr>
          <p:cNvPr id="9" name="Text 8"/>
          <p:cNvSpPr txBox="1"/>
          <p:nvPr/>
        </p:nvSpPr>
        <p:spPr>
          <a:xfrm>
            <a:off x="1188720" y="1706880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E0A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Organizar la app con page_navbar() y jerarquizar con value_box() y card().</a:t>
            </a:r>
            <a:endParaRPr lang="en-US" sz="1500" dirty="0"/>
          </a:p>
        </p:txBody>
      </p:sp>
      <p:sp>
        <p:nvSpPr>
          <p:cNvPr id="10" name="Shape 9"/>
          <p:cNvSpPr/>
          <p:nvPr/>
        </p:nvSpPr>
        <p:spPr>
          <a:xfrm>
            <a:off x="502920" y="2316480"/>
            <a:ext cx="457200" cy="457200"/>
          </a:xfrm>
          <a:prstGeom prst="ellipse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10"/>
          <p:cNvSpPr txBox="1"/>
          <p:nvPr/>
        </p:nvSpPr>
        <p:spPr>
          <a:xfrm>
            <a:off x="502920" y="2316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3</a:t>
            </a:r>
            <a:endParaRPr lang="en-US" sz="1600" dirty="0"/>
          </a:p>
        </p:txBody>
      </p:sp>
      <p:sp>
        <p:nvSpPr>
          <p:cNvPr id="12" name="Text 11"/>
          <p:cNvSpPr txBox="1"/>
          <p:nvPr/>
        </p:nvSpPr>
        <p:spPr>
          <a:xfrm>
            <a:off x="1188720" y="2270760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E0A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Mostrar tablas interactivas con DT.</a:t>
            </a:r>
            <a:endParaRPr lang="en-US" sz="1500" dirty="0"/>
          </a:p>
        </p:txBody>
      </p:sp>
      <p:sp>
        <p:nvSpPr>
          <p:cNvPr id="13" name="Shape 12"/>
          <p:cNvSpPr/>
          <p:nvPr/>
        </p:nvSpPr>
        <p:spPr>
          <a:xfrm>
            <a:off x="502920" y="2880360"/>
            <a:ext cx="457200" cy="457200"/>
          </a:xfrm>
          <a:prstGeom prst="ellipse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3"/>
          <p:cNvSpPr txBox="1"/>
          <p:nvPr/>
        </p:nvSpPr>
        <p:spPr>
          <a:xfrm>
            <a:off x="502920" y="2880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4</a:t>
            </a:r>
            <a:endParaRPr lang="en-US" sz="1600" dirty="0"/>
          </a:p>
        </p:txBody>
      </p:sp>
      <p:sp>
        <p:nvSpPr>
          <p:cNvPr id="15" name="Text 14"/>
          <p:cNvSpPr txBox="1"/>
          <p:nvPr/>
        </p:nvSpPr>
        <p:spPr>
          <a:xfrm>
            <a:off x="1188720" y="2834640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 err="1">
                <a:solidFill>
                  <a:srgbClr val="2E0A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Integrar lo aprendido en tres paneles y hacer mapas interactivos con leaflet.</a:t>
            </a:r>
            <a:endParaRPr lang="en-US" sz="1500" dirty="0"/>
          </a:p>
        </p:txBody>
      </p:sp>
      <p:sp>
        <p:nvSpPr>
          <p:cNvPr id="16" name="Text 15"/>
          <p:cNvSpPr txBox="1"/>
          <p:nvPr/>
        </p:nvSpPr>
        <p:spPr>
          <a:xfrm>
            <a:off x="5852160" y="1097280"/>
            <a:ext cx="28346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0" b="1" dirty="0">
                <a:solidFill>
                  <a:srgbClr val="F4ECFB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C7</a:t>
            </a:r>
            <a:endParaRPr lang="en-US" sz="11000" dirty="0"/>
          </a:p>
        </p:txBody>
      </p:sp>
      <p:sp>
        <p:nvSpPr>
          <p:cNvPr id="17" name="Shape 12"/>
          <p:cNvSpPr/>
          <p:nvPr/>
        </p:nvSpPr>
        <p:spPr>
          <a:xfrm>
            <a:off x="502920" y="3444240"/>
            <a:ext cx="457200" cy="457200"/>
          </a:xfrm>
          <a:prstGeom prst="ellipse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3"/>
          <p:cNvSpPr txBox="1"/>
          <p:nvPr/>
        </p:nvSpPr>
        <p:spPr>
          <a:xfrm>
            <a:off x="502920" y="3444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5</a:t>
            </a:r>
            <a:endParaRPr lang="en-US" sz="1600" dirty="0"/>
          </a:p>
        </p:txBody>
      </p:sp>
      <p:sp>
        <p:nvSpPr>
          <p:cNvPr id="19" name="Text 14"/>
          <p:cNvSpPr txBox="1"/>
          <p:nvPr/>
        </p:nvSpPr>
        <p:spPr>
          <a:xfrm>
            <a:off x="1188720" y="3398520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 err="1">
                <a:solidFill>
                  <a:srgbClr val="2E0A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Filtrar varios conjuntos de datos con los mismos controles.</a:t>
            </a:r>
            <a:endParaRPr lang="en-US" sz="1500" dirty="0"/>
          </a:p>
        </p:txBody>
      </p:sp>
      <p:sp>
        <p:nvSpPr>
          <p:cNvPr id="20" name="Shape 12"/>
          <p:cNvSpPr/>
          <p:nvPr/>
        </p:nvSpPr>
        <p:spPr>
          <a:xfrm>
            <a:off x="502920" y="4008120"/>
            <a:ext cx="457200" cy="457200"/>
          </a:xfrm>
          <a:prstGeom prst="ellipse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3"/>
          <p:cNvSpPr txBox="1"/>
          <p:nvPr/>
        </p:nvSpPr>
        <p:spPr>
          <a:xfrm>
            <a:off x="502920" y="4008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6</a:t>
            </a:r>
            <a:endParaRPr lang="en-US" sz="1600" dirty="0"/>
          </a:p>
        </p:txBody>
      </p:sp>
      <p:sp>
        <p:nvSpPr>
          <p:cNvPr id="22" name="Text 14"/>
          <p:cNvSpPr txBox="1"/>
          <p:nvPr/>
        </p:nvSpPr>
        <p:spPr>
          <a:xfrm>
            <a:off x="1188720" y="3962400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 err="1">
                <a:solidFill>
                  <a:srgbClr val="2E0A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Publicar la app en shinyapps.io.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79D87E5-8703-B3F1-202C-019405C6C8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45FBCF84-BF0C-00DD-1115-ECF03D12DDA6}"/>
              </a:ext>
            </a:extLst>
          </p:cNvPr>
          <p:cNvSpPr txBox="1"/>
          <p:nvPr/>
        </p:nvSpPr>
        <p:spPr>
          <a:xfrm>
            <a:off x="502920" y="320040"/>
            <a:ext cx="7040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E0A4E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La app de hoy (1)</a:t>
            </a:r>
            <a:endParaRPr lang="en-US" sz="3000" dirty="0"/>
          </a:p>
        </p:txBody>
      </p:sp>
      <p:sp>
        <p:nvSpPr>
          <p:cNvPr id="11" name="Shape 9">
            <a:extLst>
              <a:ext uri="{FF2B5EF4-FFF2-40B4-BE49-F238E27FC236}">
                <a16:creationId xmlns:a16="http://schemas.microsoft.com/office/drawing/2014/main" id="{1E4D2BBF-BB0F-7CF4-3842-6325D6A2CD35}"/>
              </a:ext>
            </a:extLst>
          </p:cNvPr>
          <p:cNvSpPr/>
          <p:nvPr/>
        </p:nvSpPr>
        <p:spPr>
          <a:xfrm>
            <a:off x="439616" y="1188720"/>
            <a:ext cx="2560320" cy="1463040"/>
          </a:xfrm>
          <a:prstGeom prst="roundRect">
            <a:avLst>
              <a:gd name="adj" fmla="val 2143"/>
            </a:avLst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57EA7703-08D4-E6C4-4FDB-5B08F7881055}"/>
              </a:ext>
            </a:extLst>
          </p:cNvPr>
          <p:cNvSpPr txBox="1"/>
          <p:nvPr/>
        </p:nvSpPr>
        <p:spPr>
          <a:xfrm>
            <a:off x="668216" y="1256068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OBJETIVO 1</a:t>
            </a:r>
            <a:endParaRPr lang="en-US" sz="1600" dirty="0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83082800-1689-F508-4C9C-8E0187A18BDD}"/>
              </a:ext>
            </a:extLst>
          </p:cNvPr>
          <p:cNvSpPr txBox="1"/>
          <p:nvPr/>
        </p:nvSpPr>
        <p:spPr>
          <a:xfrm>
            <a:off x="668216" y="1734572"/>
            <a:ext cx="2103120" cy="7169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s-ES" sz="14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tema de la app</a:t>
            </a:r>
            <a:endParaRPr lang="en-US" sz="1300" dirty="0"/>
          </a:p>
        </p:txBody>
      </p:sp>
      <p:sp>
        <p:nvSpPr>
          <p:cNvPr id="15" name="Shape 9">
            <a:extLst>
              <a:ext uri="{FF2B5EF4-FFF2-40B4-BE49-F238E27FC236}">
                <a16:creationId xmlns:a16="http://schemas.microsoft.com/office/drawing/2014/main" id="{E750D06A-626A-4348-CA99-CE04C627A232}"/>
              </a:ext>
            </a:extLst>
          </p:cNvPr>
          <p:cNvSpPr/>
          <p:nvPr/>
        </p:nvSpPr>
        <p:spPr>
          <a:xfrm>
            <a:off x="439615" y="2719107"/>
            <a:ext cx="3773659" cy="2281957"/>
          </a:xfrm>
          <a:prstGeom prst="roundRect">
            <a:avLst>
              <a:gd name="adj" fmla="val 2143"/>
            </a:avLst>
          </a:prstGeom>
          <a:solidFill>
            <a:schemeClr val="accent1">
              <a:lumMod val="75000"/>
            </a:schemeClr>
          </a:solidFill>
          <a:ln w="12700">
            <a:solidFill>
              <a:schemeClr val="accent1">
                <a:lumMod val="75000"/>
              </a:scheme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1">
            <a:extLst>
              <a:ext uri="{FF2B5EF4-FFF2-40B4-BE49-F238E27FC236}">
                <a16:creationId xmlns:a16="http://schemas.microsoft.com/office/drawing/2014/main" id="{F3440954-5CFF-06C7-8641-E2E38BA6F847}"/>
              </a:ext>
            </a:extLst>
          </p:cNvPr>
          <p:cNvSpPr txBox="1"/>
          <p:nvPr/>
        </p:nvSpPr>
        <p:spPr>
          <a:xfrm>
            <a:off x="668216" y="2899117"/>
            <a:ext cx="3369212" cy="7169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s-ES" sz="1400" b="1" dirty="0" i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bs_theme()</a:t>
            </a:r>
            <a:r>
              <a:rPr lang="es-E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define colores y letras de toda la app. Cualquier variable de Bootstrap va entre comillas, como </a:t>
            </a:r>
            <a:r>
              <a:rPr lang="es-ES" sz="1400" b="1" dirty="0" i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"navbar-bg"</a:t>
            </a:r>
            <a:r>
              <a:rPr lang="es-E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</a:p>
          <a:p/>
          <a:p>
            <a:r>
              <a:rPr lang="es-E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Cambiando cuatro líneas de la zona de pruebas, la app pasa de violeta a verde.</a:t>
            </a:r>
          </a:p>
        </p:txBody>
      </p:sp>
      <p:pic>
        <p:nvPicPr>
          <p:cNvPr id="21" name="Picture 20" descr="n1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434840" y="1506480"/>
            <a:ext cx="4480560" cy="2987040"/>
          </a:xfrm>
          <a:prstGeom prst="rect">
            <a:avLst/>
          </a:prstGeom>
          <a:ln w="76200">
            <a:solidFill>
              <a:schemeClr val="accent1">
                <a:lumMod val="7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2450887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20040"/>
            <a:ext cx="7040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000" b="1" dirty="0">
                <a:solidFill>
                  <a:srgbClr val="2E0A4E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La app de hoy (2)</a:t>
            </a:r>
            <a:endParaRPr lang="en-US" sz="3000" dirty="0"/>
          </a:p>
        </p:txBody>
      </p:sp>
      <p:sp>
        <p:nvSpPr>
          <p:cNvPr id="11" name="Shape 9"/>
          <p:cNvSpPr/>
          <p:nvPr/>
        </p:nvSpPr>
        <p:spPr>
          <a:xfrm>
            <a:off x="439616" y="1188720"/>
            <a:ext cx="2560320" cy="1463040"/>
          </a:xfrm>
          <a:prstGeom prst="roundRect">
            <a:avLst>
              <a:gd name="adj" fmla="val 2143"/>
            </a:avLst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 txBox="1"/>
          <p:nvPr/>
        </p:nvSpPr>
        <p:spPr>
          <a:xfrm>
            <a:off x="668216" y="1256068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OBJETIVO 2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668216" y="1734572"/>
            <a:ext cx="2103120" cy="7169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s-ES" sz="14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barra de navegación</a:t>
            </a:r>
            <a:endParaRPr lang="en-US" sz="1300" dirty="0"/>
          </a:p>
        </p:txBody>
      </p:sp>
      <p:sp>
        <p:nvSpPr>
          <p:cNvPr id="15" name="Shape 9">
            <a:extLst>
              <a:ext uri="{FF2B5EF4-FFF2-40B4-BE49-F238E27FC236}">
                <a16:creationId xmlns:a16="http://schemas.microsoft.com/office/drawing/2014/main" id="{1ED05ED1-CE50-06A2-178F-B4365671B18F}"/>
              </a:ext>
            </a:extLst>
          </p:cNvPr>
          <p:cNvSpPr/>
          <p:nvPr/>
        </p:nvSpPr>
        <p:spPr>
          <a:xfrm>
            <a:off x="439615" y="2719107"/>
            <a:ext cx="3773659" cy="2281957"/>
          </a:xfrm>
          <a:prstGeom prst="roundRect">
            <a:avLst>
              <a:gd name="adj" fmla="val 2143"/>
            </a:avLst>
          </a:prstGeom>
          <a:solidFill>
            <a:schemeClr val="accent1">
              <a:lumMod val="75000"/>
            </a:schemeClr>
          </a:solidFill>
          <a:ln w="12700">
            <a:solidFill>
              <a:schemeClr val="accent1">
                <a:lumMod val="75000"/>
              </a:scheme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1">
            <a:extLst>
              <a:ext uri="{FF2B5EF4-FFF2-40B4-BE49-F238E27FC236}">
                <a16:creationId xmlns:a16="http://schemas.microsoft.com/office/drawing/2014/main" id="{1291722D-C809-2238-9939-339690D52438}"/>
              </a:ext>
            </a:extLst>
          </p:cNvPr>
          <p:cNvSpPr txBox="1"/>
          <p:nvPr/>
        </p:nvSpPr>
        <p:spPr>
          <a:xfrm>
            <a:off x="668216" y="2899117"/>
            <a:ext cx="3369212" cy="7169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s-ES" sz="1400" b="1" dirty="0" err="1" i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page_navbar()</a:t>
            </a:r>
            <a:r>
              <a:rPr lang="es-ES" sz="1400" b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reemplaza a </a:t>
            </a:r>
            <a:r>
              <a:rPr lang="es-ES" sz="1400" b="1" dirty="0" err="1" i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fluidPage()</a:t>
            </a:r>
            <a:r>
              <a:rPr lang="es-ES" sz="1400" b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Cada pestaña es un </a:t>
            </a:r>
            <a:r>
              <a:rPr lang="es-ES" sz="1400" b="1" dirty="0" err="1" i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nav_panel()</a:t>
            </a:r>
            <a:r>
              <a:rPr lang="es-ES" sz="1400" b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y aparece arriba.</a:t>
            </a:r>
          </a:p>
          <a:p/>
          <a:p>
            <a:r>
              <a:rPr lang="es-ES" sz="1400" b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barra lateral pasa a ser </a:t>
            </a:r>
            <a:r>
              <a:rPr lang="es-ES" sz="1400" b="1" dirty="0" err="1" i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sidebar()</a:t>
            </a:r>
            <a:r>
              <a:rPr lang="es-ES" sz="1400" b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que se pliega con la flecha.</a:t>
            </a:r>
          </a:p>
        </p:txBody>
      </p:sp>
      <p:pic>
        <p:nvPicPr>
          <p:cNvPr id="23" name="Picture 22" descr="n2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434840" y="1506480"/>
            <a:ext cx="4480560" cy="2987040"/>
          </a:xfrm>
          <a:prstGeom prst="rect">
            <a:avLst/>
          </a:prstGeom>
          <a:ln w="76200">
            <a:solidFill>
              <a:schemeClr val="accent1">
                <a:lumMod val="75000"/>
              </a:schemeClr>
            </a:solidFill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C10E934-62F6-A5C9-E40F-E4BB9C11B6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1B8BE186-2227-0AEE-46BF-1738518AF7E2}"/>
              </a:ext>
            </a:extLst>
          </p:cNvPr>
          <p:cNvSpPr txBox="1"/>
          <p:nvPr/>
        </p:nvSpPr>
        <p:spPr>
          <a:xfrm>
            <a:off x="502920" y="320040"/>
            <a:ext cx="7040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000" b="1" dirty="0">
                <a:solidFill>
                  <a:srgbClr val="2E0A4E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La app de hoy (3)</a:t>
            </a:r>
            <a:endParaRPr lang="en-US" sz="3000" dirty="0"/>
          </a:p>
        </p:txBody>
      </p:sp>
      <p:sp>
        <p:nvSpPr>
          <p:cNvPr id="11" name="Shape 9">
            <a:extLst>
              <a:ext uri="{FF2B5EF4-FFF2-40B4-BE49-F238E27FC236}">
                <a16:creationId xmlns:a16="http://schemas.microsoft.com/office/drawing/2014/main" id="{2D484EA3-17D5-DFDE-7FFB-391D9E546766}"/>
              </a:ext>
            </a:extLst>
          </p:cNvPr>
          <p:cNvSpPr/>
          <p:nvPr/>
        </p:nvSpPr>
        <p:spPr>
          <a:xfrm>
            <a:off x="439616" y="1188720"/>
            <a:ext cx="2560320" cy="1463040"/>
          </a:xfrm>
          <a:prstGeom prst="roundRect">
            <a:avLst>
              <a:gd name="adj" fmla="val 2143"/>
            </a:avLst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FF346D48-99B4-78ED-CF54-DB6A3D402E26}"/>
              </a:ext>
            </a:extLst>
          </p:cNvPr>
          <p:cNvSpPr txBox="1"/>
          <p:nvPr/>
        </p:nvSpPr>
        <p:spPr>
          <a:xfrm>
            <a:off x="668216" y="1256068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OBJETIVO 2</a:t>
            </a:r>
            <a:endParaRPr lang="en-US" sz="1600" dirty="0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961D826F-99A4-C802-E6F8-FA059D329199}"/>
              </a:ext>
            </a:extLst>
          </p:cNvPr>
          <p:cNvSpPr txBox="1"/>
          <p:nvPr/>
        </p:nvSpPr>
        <p:spPr>
          <a:xfrm>
            <a:off x="668216" y="1734572"/>
            <a:ext cx="2103120" cy="7169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s-ES" sz="14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Cajas y tarjetas</a:t>
            </a:r>
          </a:p>
        </p:txBody>
      </p:sp>
      <p:sp>
        <p:nvSpPr>
          <p:cNvPr id="15" name="Shape 9">
            <a:extLst>
              <a:ext uri="{FF2B5EF4-FFF2-40B4-BE49-F238E27FC236}">
                <a16:creationId xmlns:a16="http://schemas.microsoft.com/office/drawing/2014/main" id="{F33AC7BE-75B4-F8D4-43E0-87B7AD3B3F34}"/>
              </a:ext>
            </a:extLst>
          </p:cNvPr>
          <p:cNvSpPr/>
          <p:nvPr/>
        </p:nvSpPr>
        <p:spPr>
          <a:xfrm>
            <a:off x="439615" y="2719107"/>
            <a:ext cx="3773659" cy="2281957"/>
          </a:xfrm>
          <a:prstGeom prst="roundRect">
            <a:avLst>
              <a:gd name="adj" fmla="val 2143"/>
            </a:avLst>
          </a:prstGeom>
          <a:solidFill>
            <a:schemeClr val="accent1">
              <a:lumMod val="75000"/>
            </a:schemeClr>
          </a:solidFill>
          <a:ln w="12700">
            <a:solidFill>
              <a:schemeClr val="accent1">
                <a:lumMod val="75000"/>
              </a:scheme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1">
            <a:extLst>
              <a:ext uri="{FF2B5EF4-FFF2-40B4-BE49-F238E27FC236}">
                <a16:creationId xmlns:a16="http://schemas.microsoft.com/office/drawing/2014/main" id="{BFEECB63-4CC8-9CA3-665B-7BF2CFCADD52}"/>
              </a:ext>
            </a:extLst>
          </p:cNvPr>
          <p:cNvSpPr txBox="1"/>
          <p:nvPr/>
        </p:nvSpPr>
        <p:spPr>
          <a:xfrm>
            <a:off x="668216" y="2899117"/>
            <a:ext cx="3369212" cy="7169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s-ES" sz="1400" b="1" dirty="0" i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value_box()</a:t>
            </a:r>
            <a:r>
              <a:rPr lang="es-E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muestra un número grande con título e ícono. </a:t>
            </a:r>
            <a:r>
              <a:rPr lang="es-ES" sz="1400" b="1" dirty="0" i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theme = "primary"</a:t>
            </a:r>
            <a:r>
              <a:rPr lang="es-E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la pinta con COLOR_PRINCIPAL.</a:t>
            </a:r>
            <a:endParaRPr lang="en-US" sz="1300" dirty="0"/>
          </a:p>
          <a:p>
            <a:endParaRPr lang="en-US" sz="1300" dirty="0"/>
          </a:p>
          <a:p>
            <a:r>
              <a:rPr lang="es-ES" sz="1400" b="1" dirty="0" i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card()</a:t>
            </a:r>
            <a:r>
              <a:rPr lang="es-E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y </a:t>
            </a:r>
            <a:r>
              <a:rPr lang="es-ES" sz="1400" b="1" dirty="0" i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card_header()</a:t>
            </a:r>
            <a:r>
              <a:rPr lang="es-E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ponen cada gráfico en una tarjeta con título.</a:t>
            </a:r>
            <a:endParaRPr lang="en-US" sz="1300" dirty="0"/>
          </a:p>
        </p:txBody>
      </p:sp>
      <p:pic>
        <p:nvPicPr>
          <p:cNvPr id="21" name="Picture 20" descr="n3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434840" y="2115304"/>
            <a:ext cx="4480560" cy="1769393"/>
          </a:xfrm>
          <a:prstGeom prst="rect">
            <a:avLst/>
          </a:prstGeom>
          <a:ln w="76200">
            <a:solidFill>
              <a:schemeClr val="accent1">
                <a:lumMod val="7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381216533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DAFC2A5-84ED-4A29-64A9-81D23D5A6A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21E0B84E-B772-A594-B980-A7B918F749C6}"/>
              </a:ext>
            </a:extLst>
          </p:cNvPr>
          <p:cNvSpPr txBox="1"/>
          <p:nvPr/>
        </p:nvSpPr>
        <p:spPr>
          <a:xfrm>
            <a:off x="502920" y="320040"/>
            <a:ext cx="7040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000" b="1" dirty="0">
                <a:solidFill>
                  <a:srgbClr val="2E0A4E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La app de hoy (4)</a:t>
            </a:r>
            <a:endParaRPr lang="en-US" sz="3000" dirty="0"/>
          </a:p>
        </p:txBody>
      </p:sp>
      <p:sp>
        <p:nvSpPr>
          <p:cNvPr id="11" name="Shape 9">
            <a:extLst>
              <a:ext uri="{FF2B5EF4-FFF2-40B4-BE49-F238E27FC236}">
                <a16:creationId xmlns:a16="http://schemas.microsoft.com/office/drawing/2014/main" id="{8584C834-90F2-8AA8-B328-3643E4CCE677}"/>
              </a:ext>
            </a:extLst>
          </p:cNvPr>
          <p:cNvSpPr/>
          <p:nvPr/>
        </p:nvSpPr>
        <p:spPr>
          <a:xfrm>
            <a:off x="439616" y="1188720"/>
            <a:ext cx="2560320" cy="1463040"/>
          </a:xfrm>
          <a:prstGeom prst="roundRect">
            <a:avLst>
              <a:gd name="adj" fmla="val 2143"/>
            </a:avLst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3D0787E2-7C7C-7A9C-ED72-1B8D5BA244E4}"/>
              </a:ext>
            </a:extLst>
          </p:cNvPr>
          <p:cNvSpPr txBox="1"/>
          <p:nvPr/>
        </p:nvSpPr>
        <p:spPr>
          <a:xfrm>
            <a:off x="668216" y="1256068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OBJETIVO 3</a:t>
            </a:r>
            <a:endParaRPr lang="en-US" sz="1600" dirty="0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0C2592C3-39BA-DB09-D0F1-BF73ED6DEC99}"/>
              </a:ext>
            </a:extLst>
          </p:cNvPr>
          <p:cNvSpPr txBox="1"/>
          <p:nvPr/>
        </p:nvSpPr>
        <p:spPr>
          <a:xfrm>
            <a:off x="668216" y="1734572"/>
            <a:ext cx="2103120" cy="7169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s-ES" sz="14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Tablas interactivas con DT</a:t>
            </a:r>
          </a:p>
        </p:txBody>
      </p:sp>
      <p:sp>
        <p:nvSpPr>
          <p:cNvPr id="15" name="Shape 9">
            <a:extLst>
              <a:ext uri="{FF2B5EF4-FFF2-40B4-BE49-F238E27FC236}">
                <a16:creationId xmlns:a16="http://schemas.microsoft.com/office/drawing/2014/main" id="{ADB729CB-A987-663A-1058-A842556E3C9E}"/>
              </a:ext>
            </a:extLst>
          </p:cNvPr>
          <p:cNvSpPr/>
          <p:nvPr/>
        </p:nvSpPr>
        <p:spPr>
          <a:xfrm>
            <a:off x="439615" y="2719107"/>
            <a:ext cx="3773659" cy="2281957"/>
          </a:xfrm>
          <a:prstGeom prst="roundRect">
            <a:avLst>
              <a:gd name="adj" fmla="val 2143"/>
            </a:avLst>
          </a:prstGeom>
          <a:solidFill>
            <a:schemeClr val="accent1">
              <a:lumMod val="75000"/>
            </a:schemeClr>
          </a:solidFill>
          <a:ln w="12700">
            <a:solidFill>
              <a:schemeClr val="accent1">
                <a:lumMod val="75000"/>
              </a:scheme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1">
            <a:extLst>
              <a:ext uri="{FF2B5EF4-FFF2-40B4-BE49-F238E27FC236}">
                <a16:creationId xmlns:a16="http://schemas.microsoft.com/office/drawing/2014/main" id="{90C1F140-6606-DACA-D829-EF5414EB787C}"/>
              </a:ext>
            </a:extLst>
          </p:cNvPr>
          <p:cNvSpPr txBox="1"/>
          <p:nvPr/>
        </p:nvSpPr>
        <p:spPr>
          <a:xfrm>
            <a:off x="647115" y="2880360"/>
            <a:ext cx="3369212" cy="7169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s-ES" sz="1400" b="1" dirty="0" i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DTOutput()</a:t>
            </a:r>
            <a:r>
              <a:rPr lang="es-E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y </a:t>
            </a:r>
            <a:r>
              <a:rPr lang="es-ES" sz="1400" b="1" dirty="0" i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renderDT()</a:t>
            </a:r>
            <a:r>
              <a:rPr lang="es-E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reemplazan a la tabla simple. Se puede buscar, ordenar y pasar de página.</a:t>
            </a:r>
            <a:endParaRPr lang="en-US" sz="1300" dirty="0"/>
          </a:p>
          <a:p>
            <a:endParaRPr lang="en-US" sz="1300" dirty="0"/>
          </a:p>
          <a:p>
            <a:r>
              <a:rPr lang="es-ES" sz="1400" b="1" dirty="0" i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FILAS_POR_PAGINA</a:t>
            </a:r>
            <a:r>
              <a:rPr lang="es-E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en la zona de pruebas cambia cuántas filas se ven.</a:t>
            </a:r>
            <a:endParaRPr lang="en-US" sz="1300" dirty="0"/>
          </a:p>
        </p:txBody>
      </p:sp>
      <p:pic>
        <p:nvPicPr>
          <p:cNvPr id="21" name="Picture 20" descr="n4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434840" y="1722274"/>
            <a:ext cx="4480560" cy="2555452"/>
          </a:xfrm>
          <a:prstGeom prst="rect">
            <a:avLst/>
          </a:prstGeom>
          <a:ln w="76200">
            <a:solidFill>
              <a:schemeClr val="accent1">
                <a:lumMod val="7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97206234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20040"/>
            <a:ext cx="7040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E0A4E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Componentes a </a:t>
            </a:r>
            <a:r>
              <a:rPr lang="en-US" sz="3000" b="1" dirty="0" err="1">
                <a:solidFill>
                  <a:srgbClr val="2E0A4E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observar</a:t>
            </a:r>
            <a:r>
              <a:rPr lang="en-US" sz="3000" b="1" dirty="0">
                <a:solidFill>
                  <a:srgbClr val="2E0A4E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 en la </a:t>
            </a:r>
            <a:r>
              <a:rPr lang="en-US" sz="3000" b="1" dirty="0" err="1">
                <a:solidFill>
                  <a:srgbClr val="2E0A4E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replicación</a:t>
            </a:r>
            <a:r>
              <a:rPr lang="en-US" sz="3000" b="1" dirty="0">
                <a:solidFill>
                  <a:srgbClr val="2E0A4E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 (1)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02920" y="1188720"/>
            <a:ext cx="3954780" cy="585216"/>
          </a:xfrm>
          <a:prstGeom prst="roundRect">
            <a:avLst>
              <a:gd name="adj" fmla="val 7813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rgbClr val="F4ECF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 txBox="1"/>
          <p:nvPr/>
        </p:nvSpPr>
        <p:spPr>
          <a:xfrm>
            <a:off x="640080" y="1207008"/>
            <a:ext cx="36804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5A18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bs_theme()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469624"/>
            <a:ext cx="36804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0A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Colores y letras de toda la app.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675751" y="1609344"/>
            <a:ext cx="3954780" cy="585216"/>
          </a:xfrm>
          <a:prstGeom prst="roundRect">
            <a:avLst>
              <a:gd name="adj" fmla="val 7813"/>
            </a:avLst>
          </a:prstGeom>
          <a:solidFill>
            <a:schemeClr val="accent4">
              <a:lumMod val="20000"/>
              <a:lumOff val="80000"/>
            </a:schemeClr>
          </a:solidFill>
          <a:ln w="12700">
            <a:solidFill>
              <a:srgbClr val="F4ECF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 txBox="1"/>
          <p:nvPr/>
        </p:nvSpPr>
        <p:spPr>
          <a:xfrm>
            <a:off x="4812911" y="1627632"/>
            <a:ext cx="36804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5A18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page_navbar() y nav_panel()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4812911" y="1890248"/>
            <a:ext cx="36804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0A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Barra de navegación y sus pestañas.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02920" y="1847088"/>
            <a:ext cx="3954780" cy="585216"/>
          </a:xfrm>
          <a:prstGeom prst="roundRect">
            <a:avLst>
              <a:gd name="adj" fmla="val 7813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rgbClr val="F4ECF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 txBox="1"/>
          <p:nvPr/>
        </p:nvSpPr>
        <p:spPr>
          <a:xfrm>
            <a:off x="640080" y="1865376"/>
            <a:ext cx="36804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5A18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sidebar()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2127992"/>
            <a:ext cx="36804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0A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Barra lateral plegable.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675751" y="2267712"/>
            <a:ext cx="3954780" cy="585216"/>
          </a:xfrm>
          <a:prstGeom prst="roundRect">
            <a:avLst>
              <a:gd name="adj" fmla="val 7813"/>
            </a:avLst>
          </a:prstGeom>
          <a:solidFill>
            <a:schemeClr val="accent4">
              <a:lumMod val="20000"/>
              <a:lumOff val="80000"/>
            </a:schemeClr>
          </a:solidFill>
          <a:ln w="12700">
            <a:solidFill>
              <a:srgbClr val="F4ECF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 txBox="1"/>
          <p:nvPr/>
        </p:nvSpPr>
        <p:spPr>
          <a:xfrm>
            <a:off x="4812911" y="2286000"/>
            <a:ext cx="36804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5A18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value_box() y layout_columns()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4812911" y="2548616"/>
            <a:ext cx="36804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0A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Cajas con números, una al lado de la otra.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02920" y="2505456"/>
            <a:ext cx="3954780" cy="585216"/>
          </a:xfrm>
          <a:prstGeom prst="roundRect">
            <a:avLst>
              <a:gd name="adj" fmla="val 7813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rgbClr val="F4ECF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 txBox="1"/>
          <p:nvPr/>
        </p:nvSpPr>
        <p:spPr>
          <a:xfrm>
            <a:off x="640080" y="2523744"/>
            <a:ext cx="36804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5A18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card() y card_header()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640080" y="2786360"/>
            <a:ext cx="36804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0A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Tarjetas con título.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675751" y="2926080"/>
            <a:ext cx="3954780" cy="585216"/>
          </a:xfrm>
          <a:prstGeom prst="roundRect">
            <a:avLst>
              <a:gd name="adj" fmla="val 7813"/>
            </a:avLst>
          </a:prstGeom>
          <a:solidFill>
            <a:schemeClr val="accent4">
              <a:lumMod val="20000"/>
              <a:lumOff val="80000"/>
            </a:schemeClr>
          </a:solidFill>
          <a:ln w="12700">
            <a:solidFill>
              <a:srgbClr val="F4ECF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 txBox="1"/>
          <p:nvPr/>
        </p:nvSpPr>
        <p:spPr>
          <a:xfrm>
            <a:off x="4812911" y="2944368"/>
            <a:ext cx="36804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5A18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navbar_options()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4812911" y="3206984"/>
            <a:ext cx="36804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0A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Letras claras sobre la barra oscura.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502920" y="3163824"/>
            <a:ext cx="3954780" cy="585216"/>
          </a:xfrm>
          <a:prstGeom prst="roundRect">
            <a:avLst>
              <a:gd name="adj" fmla="val 7813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rgbClr val="F4ECF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 txBox="1"/>
          <p:nvPr/>
        </p:nvSpPr>
        <p:spPr>
          <a:xfrm>
            <a:off x="640080" y="3182112"/>
            <a:ext cx="36804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5A18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DTOutput() y renderDT()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640080" y="3444728"/>
            <a:ext cx="36804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0A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Tabla para buscar, ordenar y paginar.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20040"/>
            <a:ext cx="7040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E0A4E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Código clave (1)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7543800" y="32004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dirty="0">
                <a:solidFill>
                  <a:srgbClr val="9D4EDD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Clase 7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4759452"/>
            <a:ext cx="8138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Visualización interactiva de datos con R y Shiny · Udelar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02920" y="1188720"/>
            <a:ext cx="8138160" cy="3429000"/>
          </a:xfrm>
          <a:prstGeom prst="roundRect">
            <a:avLst>
              <a:gd name="adj" fmla="val 1600"/>
            </a:avLst>
          </a:prstGeom>
          <a:solidFill>
            <a:srgbClr val="2E0A4E"/>
          </a:solidFill>
          <a:ln w="12700">
            <a:solidFill>
              <a:srgbClr val="2E0A4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 txBox="1"/>
          <p:nvPr/>
        </p:nvSpPr>
        <p:spPr>
          <a:xfrm>
            <a:off x="777240" y="1325880"/>
            <a:ext cx="7589520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F1E9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 &lt;- page_navbar(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F1E9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title   = TITULO,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F1E9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theme   = tema_curso,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F1E9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sidebar = barra,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F1E9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navbar_options = navbar_options(theme = "dark"),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F1E9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/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F1E9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nav_panel("Resumen",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F1E9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layout_columns(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F1E9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value_box("Departamentos", textOutput("n_deptos"), theme = "primary"),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F1E9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value_box("Emitidos", textOutput("emitidos"), theme = "primary")),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F1E9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card(card_header("Votos emitidos"), plotOutput("grafico"))),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F1E9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/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F1E9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nav_panel("Tablas", card(DTOutput("tabla")))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F1E9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F1E9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/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F1E9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output$tabla &lt;- renderDT({ datatable(datos(), rownames = FALSE) })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0">
            <a:extLst>
              <a:ext uri="{FF2B5EF4-FFF2-40B4-BE49-F238E27FC236}">
                <a16:creationId xmlns:a16="http://schemas.microsoft.com/office/drawing/2014/main" id="{45FBCF84-BF0C-00DD-1115-ECF03D12DDA6}"/>
              </a:ext>
            </a:extLst>
          </p:cNvPr>
          <p:cNvSpPr txBox="1"/>
          <p:nvPr/>
        </p:nvSpPr>
        <p:spPr>
          <a:xfrm>
            <a:off x="502920" y="320040"/>
            <a:ext cx="7040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E0A4E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La app de hoy (5)</a:t>
            </a:r>
            <a:endParaRPr lang="en-US" sz="3000" dirty="0"/>
          </a:p>
        </p:txBody>
      </p:sp>
      <p:sp>
        <p:nvSpPr>
          <p:cNvPr id="11" name="Shape 9">
            <a:extLst>
              <a:ext uri="{FF2B5EF4-FFF2-40B4-BE49-F238E27FC236}">
                <a16:creationId xmlns:a16="http://schemas.microsoft.com/office/drawing/2014/main" id="{1E4D2BBF-BB0F-7CF4-3842-6325D6A2CD35}"/>
              </a:ext>
            </a:extLst>
          </p:cNvPr>
          <p:cNvSpPr/>
          <p:nvPr/>
        </p:nvSpPr>
        <p:spPr>
          <a:xfrm>
            <a:off x="439616" y="1188720"/>
            <a:ext cx="2560320" cy="1463040"/>
          </a:xfrm>
          <a:prstGeom prst="roundRect">
            <a:avLst>
              <a:gd name="adj" fmla="val 2143"/>
            </a:avLst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57EA7703-08D4-E6C4-4FDB-5B08F7881055}"/>
              </a:ext>
            </a:extLst>
          </p:cNvPr>
          <p:cNvSpPr txBox="1"/>
          <p:nvPr/>
        </p:nvSpPr>
        <p:spPr>
          <a:xfrm>
            <a:off x="668216" y="1256068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OBJETIVO 4</a:t>
            </a:r>
            <a:endParaRPr lang="en-US" sz="1600" dirty="0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83082800-1689-F508-4C9C-8E0187A18BDD}"/>
              </a:ext>
            </a:extLst>
          </p:cNvPr>
          <p:cNvSpPr txBox="1"/>
          <p:nvPr/>
        </p:nvSpPr>
        <p:spPr>
          <a:xfrm>
            <a:off x="668216" y="1734572"/>
            <a:ext cx="2103120" cy="7169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s-ES" sz="14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Tres paneles, doce visualizaciones</a:t>
            </a:r>
            <a:endParaRPr lang="en-US" sz="1300" dirty="0"/>
          </a:p>
        </p:txBody>
      </p:sp>
      <p:sp>
        <p:nvSpPr>
          <p:cNvPr id="15" name="Shape 9">
            <a:extLst>
              <a:ext uri="{FF2B5EF4-FFF2-40B4-BE49-F238E27FC236}">
                <a16:creationId xmlns:a16="http://schemas.microsoft.com/office/drawing/2014/main" id="{E750D06A-626A-4348-CA99-CE04C627A232}"/>
              </a:ext>
            </a:extLst>
          </p:cNvPr>
          <p:cNvSpPr/>
          <p:nvPr/>
        </p:nvSpPr>
        <p:spPr>
          <a:xfrm>
            <a:off x="439615" y="2719107"/>
            <a:ext cx="3773659" cy="2281957"/>
          </a:xfrm>
          <a:prstGeom prst="roundRect">
            <a:avLst>
              <a:gd name="adj" fmla="val 2143"/>
            </a:avLst>
          </a:prstGeom>
          <a:solidFill>
            <a:schemeClr val="accent1">
              <a:lumMod val="75000"/>
            </a:schemeClr>
          </a:solidFill>
          <a:ln w="12700">
            <a:solidFill>
              <a:schemeClr val="accent1">
                <a:lumMod val="75000"/>
              </a:scheme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1">
            <a:extLst>
              <a:ext uri="{FF2B5EF4-FFF2-40B4-BE49-F238E27FC236}">
                <a16:creationId xmlns:a16="http://schemas.microsoft.com/office/drawing/2014/main" id="{F3440954-5CFF-06C7-8641-E2E38BA6F847}"/>
              </a:ext>
            </a:extLst>
          </p:cNvPr>
          <p:cNvSpPr txBox="1"/>
          <p:nvPr/>
        </p:nvSpPr>
        <p:spPr>
          <a:xfrm>
            <a:off x="668216" y="2899117"/>
            <a:ext cx="3369212" cy="7169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s-E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Gráficos, Tablas y Mapas son tres </a:t>
            </a:r>
            <a:r>
              <a:rPr lang="es-ES" sz="1400" b="1" dirty="0" i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nav_panel()</a:t>
            </a:r>
            <a:r>
              <a:rPr lang="es-E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nuevos. En cada uno, </a:t>
            </a:r>
            <a:r>
              <a:rPr lang="es-ES" sz="1400" b="1" dirty="0" i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layout_columns(col_widths = 6)</a:t>
            </a:r>
            <a:r>
              <a:rPr lang="es-E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acomoda cuatro </a:t>
            </a:r>
            <a:r>
              <a:rPr lang="es-ES" sz="1400" b="1" dirty="0" i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card()</a:t>
            </a:r>
            <a:r>
              <a:rPr lang="es-E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a dos por fila.</a:t>
            </a:r>
          </a:p>
          <a:p/>
          <a:p>
            <a:r>
              <a:rPr lang="es-E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lo demás es lo que ya vimos, ggplot2, plotly y DT.</a:t>
            </a:r>
          </a:p>
        </p:txBody>
      </p:sp>
      <p:pic>
        <p:nvPicPr>
          <p:cNvPr id="22" name="Picture 21" descr="q1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34840" y="1280160"/>
            <a:ext cx="4480560" cy="2880360"/>
          </a:xfrm>
          <a:prstGeom prst="rect">
            <a:avLst/>
          </a:prstGeom>
          <a:ln w="76200">
            <a:solidFill>
              <a:schemeClr val="accent1">
                <a:lumMod val="75000"/>
              </a:schemeClr>
            </a:solidFill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0"/>
          <p:cNvSpPr txBox="1"/>
          <p:nvPr/>
        </p:nvSpPr>
        <p:spPr>
          <a:xfrm>
            <a:off x="502920" y="320040"/>
            <a:ext cx="7040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000" b="1" dirty="0">
                <a:solidFill>
                  <a:srgbClr val="2E0A4E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La app de hoy (6)</a:t>
            </a:r>
            <a:endParaRPr lang="en-US" sz="3000" dirty="0"/>
          </a:p>
        </p:txBody>
      </p:sp>
      <p:sp>
        <p:nvSpPr>
          <p:cNvPr id="11" name="Shape 9"/>
          <p:cNvSpPr/>
          <p:nvPr/>
        </p:nvSpPr>
        <p:spPr>
          <a:xfrm>
            <a:off x="439616" y="1188720"/>
            <a:ext cx="2560320" cy="1463040"/>
          </a:xfrm>
          <a:prstGeom prst="roundRect">
            <a:avLst>
              <a:gd name="adj" fmla="val 2143"/>
            </a:avLst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 txBox="1"/>
          <p:nvPr/>
        </p:nvSpPr>
        <p:spPr>
          <a:xfrm>
            <a:off x="668216" y="1256068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OBJETIVO 4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668216" y="1734572"/>
            <a:ext cx="2103120" cy="7169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s-ES" sz="14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Mapas con leaflet</a:t>
            </a:r>
            <a:endParaRPr lang="en-US" sz="1300" dirty="0"/>
          </a:p>
        </p:txBody>
      </p:sp>
      <p:sp>
        <p:nvSpPr>
          <p:cNvPr id="15" name="Shape 9">
            <a:extLst>
              <a:ext uri="{FF2B5EF4-FFF2-40B4-BE49-F238E27FC236}">
                <a16:creationId xmlns:a16="http://schemas.microsoft.com/office/drawing/2014/main" id="{1ED05ED1-CE50-06A2-178F-B4365671B18F}"/>
              </a:ext>
            </a:extLst>
          </p:cNvPr>
          <p:cNvSpPr/>
          <p:nvPr/>
        </p:nvSpPr>
        <p:spPr>
          <a:xfrm>
            <a:off x="439615" y="2719107"/>
            <a:ext cx="3773659" cy="2281957"/>
          </a:xfrm>
          <a:prstGeom prst="roundRect">
            <a:avLst>
              <a:gd name="adj" fmla="val 2143"/>
            </a:avLst>
          </a:prstGeom>
          <a:solidFill>
            <a:schemeClr val="accent1">
              <a:lumMod val="75000"/>
            </a:schemeClr>
          </a:solidFill>
          <a:ln w="12700">
            <a:solidFill>
              <a:schemeClr val="accent1">
                <a:lumMod val="75000"/>
              </a:scheme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1">
            <a:extLst>
              <a:ext uri="{FF2B5EF4-FFF2-40B4-BE49-F238E27FC236}">
                <a16:creationId xmlns:a16="http://schemas.microsoft.com/office/drawing/2014/main" id="{1291722D-C809-2238-9939-339690D52438}"/>
              </a:ext>
            </a:extLst>
          </p:cNvPr>
          <p:cNvSpPr txBox="1"/>
          <p:nvPr/>
        </p:nvSpPr>
        <p:spPr>
          <a:xfrm>
            <a:off x="668216" y="2899117"/>
            <a:ext cx="3369212" cy="7169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s-ES" sz="1400" b="1" dirty="0" err="1" i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leaflet(l) |&gt; addProviderTiles() |&gt; addCircleMarkers() |&gt; addLegend()</a:t>
            </a:r>
            <a:r>
              <a:rPr lang="es-ES" sz="1400" b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arma el mapa por partes, como un ggplot.</a:t>
            </a:r>
          </a:p>
          <a:p/>
          <a:p>
            <a:r>
              <a:rPr lang="es-ES" sz="1400" b="1" dirty="0" err="1" i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colorFactor()</a:t>
            </a:r>
            <a:r>
              <a:rPr lang="es-ES" sz="1400" b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colorea por categoría y </a:t>
            </a:r>
            <a:r>
              <a:rPr lang="es-ES" sz="1400" b="1" dirty="0" err="1" i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colorNumeric()</a:t>
            </a:r>
            <a:r>
              <a:rPr lang="es-ES" sz="1400" b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por porcentaje. Cada punto es un local de votación.</a:t>
            </a:r>
          </a:p>
        </p:txBody>
      </p:sp>
      <p:pic>
        <p:nvPicPr>
          <p:cNvPr id="24" name="Picture 23" descr="q2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34840" y="1065812"/>
            <a:ext cx="4480560" cy="3309055"/>
          </a:xfrm>
          <a:prstGeom prst="rect">
            <a:avLst/>
          </a:prstGeom>
          <a:ln w="76200">
            <a:solidFill>
              <a:schemeClr val="accent1">
                <a:lumMod val="75000"/>
              </a:schemeClr>
            </a:solidFill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0">
            <a:extLst>
              <a:ext uri="{FF2B5EF4-FFF2-40B4-BE49-F238E27FC236}">
                <a16:creationId xmlns:a16="http://schemas.microsoft.com/office/drawing/2014/main" id="{1B8BE186-2227-0AEE-46BF-1738518AF7E2}"/>
              </a:ext>
            </a:extLst>
          </p:cNvPr>
          <p:cNvSpPr txBox="1"/>
          <p:nvPr/>
        </p:nvSpPr>
        <p:spPr>
          <a:xfrm>
            <a:off x="502920" y="320040"/>
            <a:ext cx="7040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000" b="1" dirty="0">
                <a:solidFill>
                  <a:srgbClr val="2E0A4E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La app de hoy (7)</a:t>
            </a:r>
            <a:endParaRPr lang="en-US" sz="3000" dirty="0"/>
          </a:p>
        </p:txBody>
      </p:sp>
      <p:sp>
        <p:nvSpPr>
          <p:cNvPr id="11" name="Shape 9">
            <a:extLst>
              <a:ext uri="{FF2B5EF4-FFF2-40B4-BE49-F238E27FC236}">
                <a16:creationId xmlns:a16="http://schemas.microsoft.com/office/drawing/2014/main" id="{2D484EA3-17D5-DFDE-7FFB-391D9E546766}"/>
              </a:ext>
            </a:extLst>
          </p:cNvPr>
          <p:cNvSpPr/>
          <p:nvPr/>
        </p:nvSpPr>
        <p:spPr>
          <a:xfrm>
            <a:off x="439616" y="1188720"/>
            <a:ext cx="2560320" cy="1463040"/>
          </a:xfrm>
          <a:prstGeom prst="roundRect">
            <a:avLst>
              <a:gd name="adj" fmla="val 2143"/>
            </a:avLst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FF346D48-99B4-78ED-CF54-DB6A3D402E26}"/>
              </a:ext>
            </a:extLst>
          </p:cNvPr>
          <p:cNvSpPr txBox="1"/>
          <p:nvPr/>
        </p:nvSpPr>
        <p:spPr>
          <a:xfrm>
            <a:off x="668216" y="1256068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OBJETIVO 5</a:t>
            </a:r>
            <a:endParaRPr lang="en-US" sz="1600" dirty="0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961D826F-99A4-C802-E6F8-FA059D329199}"/>
              </a:ext>
            </a:extLst>
          </p:cNvPr>
          <p:cNvSpPr txBox="1"/>
          <p:nvPr/>
        </p:nvSpPr>
        <p:spPr>
          <a:xfrm>
            <a:off x="668216" y="1734572"/>
            <a:ext cx="2103120" cy="7169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s-ES" sz="14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mismos filtros para todo</a:t>
            </a:r>
          </a:p>
        </p:txBody>
      </p:sp>
      <p:sp>
        <p:nvSpPr>
          <p:cNvPr id="15" name="Shape 9">
            <a:extLst>
              <a:ext uri="{FF2B5EF4-FFF2-40B4-BE49-F238E27FC236}">
                <a16:creationId xmlns:a16="http://schemas.microsoft.com/office/drawing/2014/main" id="{F33AC7BE-75B4-F8D4-43E0-87B7AD3B3F34}"/>
              </a:ext>
            </a:extLst>
          </p:cNvPr>
          <p:cNvSpPr/>
          <p:nvPr/>
        </p:nvSpPr>
        <p:spPr>
          <a:xfrm>
            <a:off x="439615" y="2719107"/>
            <a:ext cx="3773659" cy="2281957"/>
          </a:xfrm>
          <a:prstGeom prst="roundRect">
            <a:avLst>
              <a:gd name="adj" fmla="val 2143"/>
            </a:avLst>
          </a:prstGeom>
          <a:solidFill>
            <a:schemeClr val="accent1">
              <a:lumMod val="75000"/>
            </a:schemeClr>
          </a:solidFill>
          <a:ln w="12700">
            <a:solidFill>
              <a:schemeClr val="accent1">
                <a:lumMod val="75000"/>
              </a:scheme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1">
            <a:extLst>
              <a:ext uri="{FF2B5EF4-FFF2-40B4-BE49-F238E27FC236}">
                <a16:creationId xmlns:a16="http://schemas.microsoft.com/office/drawing/2014/main" id="{BFEECB63-4CC8-9CA3-665B-7BF2CFCADD52}"/>
              </a:ext>
            </a:extLst>
          </p:cNvPr>
          <p:cNvSpPr txBox="1"/>
          <p:nvPr/>
        </p:nvSpPr>
        <p:spPr>
          <a:xfrm>
            <a:off x="668216" y="2899117"/>
            <a:ext cx="3369212" cy="7169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s-ES" sz="1400" b="1" dirty="0" i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locales_filtrados()</a:t>
            </a:r>
            <a:r>
              <a:rPr lang="es-E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y </a:t>
            </a:r>
            <a:r>
              <a:rPr lang="es-ES" sz="1400" b="1" dirty="0" i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censo_filtrado()</a:t>
            </a:r>
            <a:r>
              <a:rPr lang="es-E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se quedan con los departamentos que hay en </a:t>
            </a:r>
            <a:r>
              <a:rPr lang="es-ES" sz="1400" b="1" dirty="0" i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datos()</a:t>
            </a:r>
            <a:r>
              <a:rPr lang="es-E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300" dirty="0"/>
          </a:p>
          <a:p>
            <a:endParaRPr lang="en-US" sz="1300" dirty="0"/>
          </a:p>
          <a:p>
            <a:r>
              <a:rPr lang="es-E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Eligiendo solo la región Norte, los cuatro mapas y las tablas muestran solo el Norte.</a:t>
            </a:r>
            <a:endParaRPr lang="en-US" sz="1300" dirty="0"/>
          </a:p>
        </p:txBody>
      </p:sp>
      <p:pic>
        <p:nvPicPr>
          <p:cNvPr id="22" name="Picture 21" descr="q3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34840" y="1280160"/>
            <a:ext cx="4480560" cy="2880360"/>
          </a:xfrm>
          <a:prstGeom prst="rect">
            <a:avLst/>
          </a:prstGeom>
          <a:ln w="76200">
            <a:solidFill>
              <a:schemeClr val="accent1">
                <a:lumMod val="75000"/>
              </a:schemeClr>
            </a:solidFill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0">
            <a:extLst>
              <a:ext uri="{FF2B5EF4-FFF2-40B4-BE49-F238E27FC236}">
                <a16:creationId xmlns:a16="http://schemas.microsoft.com/office/drawing/2014/main" id="{21E0B84E-B772-A594-B980-A7B918F749C6}"/>
              </a:ext>
            </a:extLst>
          </p:cNvPr>
          <p:cNvSpPr txBox="1"/>
          <p:nvPr/>
        </p:nvSpPr>
        <p:spPr>
          <a:xfrm>
            <a:off x="502920" y="320040"/>
            <a:ext cx="7040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000" b="1" dirty="0">
                <a:solidFill>
                  <a:srgbClr val="2E0A4E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La app de hoy (8)</a:t>
            </a:r>
            <a:endParaRPr lang="en-US" sz="3000" dirty="0"/>
          </a:p>
        </p:txBody>
      </p:sp>
      <p:sp>
        <p:nvSpPr>
          <p:cNvPr id="11" name="Shape 9">
            <a:extLst>
              <a:ext uri="{FF2B5EF4-FFF2-40B4-BE49-F238E27FC236}">
                <a16:creationId xmlns:a16="http://schemas.microsoft.com/office/drawing/2014/main" id="{8584C834-90F2-8AA8-B328-3643E4CCE677}"/>
              </a:ext>
            </a:extLst>
          </p:cNvPr>
          <p:cNvSpPr/>
          <p:nvPr/>
        </p:nvSpPr>
        <p:spPr>
          <a:xfrm>
            <a:off x="439616" y="1188720"/>
            <a:ext cx="2560320" cy="1463040"/>
          </a:xfrm>
          <a:prstGeom prst="roundRect">
            <a:avLst>
              <a:gd name="adj" fmla="val 2143"/>
            </a:avLst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3D0787E2-7C7C-7A9C-ED72-1B8D5BA244E4}"/>
              </a:ext>
            </a:extLst>
          </p:cNvPr>
          <p:cNvSpPr txBox="1"/>
          <p:nvPr/>
        </p:nvSpPr>
        <p:spPr>
          <a:xfrm>
            <a:off x="668216" y="1256068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OBJETIVO 6</a:t>
            </a:r>
            <a:endParaRPr lang="en-US" sz="1600" dirty="0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0C2592C3-39BA-DB09-D0F1-BF73ED6DEC99}"/>
              </a:ext>
            </a:extLst>
          </p:cNvPr>
          <p:cNvSpPr txBox="1"/>
          <p:nvPr/>
        </p:nvSpPr>
        <p:spPr>
          <a:xfrm>
            <a:off x="668216" y="1734572"/>
            <a:ext cx="2103120" cy="7169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s-ES" sz="14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Publicar la app</a:t>
            </a:r>
          </a:p>
        </p:txBody>
      </p:sp>
      <p:sp>
        <p:nvSpPr>
          <p:cNvPr id="15" name="Shape 9">
            <a:extLst>
              <a:ext uri="{FF2B5EF4-FFF2-40B4-BE49-F238E27FC236}">
                <a16:creationId xmlns:a16="http://schemas.microsoft.com/office/drawing/2014/main" id="{ADB729CB-A987-663A-1058-A842556E3C9E}"/>
              </a:ext>
            </a:extLst>
          </p:cNvPr>
          <p:cNvSpPr/>
          <p:nvPr/>
        </p:nvSpPr>
        <p:spPr>
          <a:xfrm>
            <a:off x="439615" y="2719107"/>
            <a:ext cx="3773659" cy="2281957"/>
          </a:xfrm>
          <a:prstGeom prst="roundRect">
            <a:avLst>
              <a:gd name="adj" fmla="val 2143"/>
            </a:avLst>
          </a:prstGeom>
          <a:solidFill>
            <a:schemeClr val="accent1">
              <a:lumMod val="75000"/>
            </a:schemeClr>
          </a:solidFill>
          <a:ln w="12700">
            <a:solidFill>
              <a:schemeClr val="accent1">
                <a:lumMod val="75000"/>
              </a:scheme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1">
            <a:extLst>
              <a:ext uri="{FF2B5EF4-FFF2-40B4-BE49-F238E27FC236}">
                <a16:creationId xmlns:a16="http://schemas.microsoft.com/office/drawing/2014/main" id="{90C1F140-6606-DACA-D829-EF5414EB787C}"/>
              </a:ext>
            </a:extLst>
          </p:cNvPr>
          <p:cNvSpPr txBox="1"/>
          <p:nvPr/>
        </p:nvSpPr>
        <p:spPr>
          <a:xfrm>
            <a:off x="647115" y="2880360"/>
            <a:ext cx="3369212" cy="7169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s-E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datos viajan con la app, en la carpeta </a:t>
            </a:r>
            <a:r>
              <a:rPr lang="es-ES" sz="1400" b="1" dirty="0" i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datos/</a:t>
            </a:r>
            <a:r>
              <a:rPr lang="es-E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la clase. Por eso la ruta ya no empieza con </a:t>
            </a:r>
            <a:r>
              <a:rPr lang="es-ES" sz="1400" b="1" dirty="0" i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../</a:t>
            </a:r>
            <a:r>
              <a:rPr lang="es-E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300" dirty="0"/>
          </a:p>
          <a:p>
            <a:endParaRPr lang="en-US" sz="1300" dirty="0"/>
          </a:p>
          <a:p>
            <a:r>
              <a:rPr lang="es-ES" sz="1400" b="1" dirty="0" i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deploy.R</a:t>
            </a:r>
            <a:r>
              <a:rPr lang="es-E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tiene los pasos. </a:t>
            </a:r>
            <a:r>
              <a:rPr lang="es-ES" sz="1400" b="1" dirty="0" i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rsconnect::deployApp()</a:t>
            </a:r>
            <a:r>
              <a:rPr lang="es-E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publica y </a:t>
            </a:r>
            <a:r>
              <a:rPr lang="es-ES" sz="1400" b="1" dirty="0" i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showLogs()</a:t>
            </a:r>
            <a:r>
              <a:rPr lang="es-E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muestra qué falló.</a:t>
            </a:r>
            <a:endParaRPr lang="en-US" sz="1300" dirty="0"/>
          </a:p>
        </p:txBody>
      </p:sp>
      <p:pic>
        <p:nvPicPr>
          <p:cNvPr id="22" name="Picture 21" descr="q4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434840" y="1576303"/>
            <a:ext cx="4480560" cy="2288072"/>
          </a:xfrm>
          <a:prstGeom prst="rect">
            <a:avLst/>
          </a:prstGeom>
          <a:ln w="76200">
            <a:solidFill>
              <a:schemeClr val="accent1">
                <a:lumMod val="75000"/>
              </a:schemeClr>
            </a:solidFill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0"/>
          <p:cNvSpPr txBox="1"/>
          <p:nvPr/>
        </p:nvSpPr>
        <p:spPr>
          <a:xfrm>
            <a:off x="502920" y="320040"/>
            <a:ext cx="7040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E0A4E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Componentes a </a:t>
            </a:r>
            <a:r>
              <a:rPr lang="en-US" sz="3000" b="1" dirty="0" err="1">
                <a:solidFill>
                  <a:srgbClr val="2E0A4E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observar</a:t>
            </a:r>
            <a:r>
              <a:rPr lang="en-US" sz="3000" b="1" dirty="0">
                <a:solidFill>
                  <a:srgbClr val="2E0A4E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 en la </a:t>
            </a:r>
            <a:r>
              <a:rPr lang="en-US" sz="3000" b="1" dirty="0" err="1">
                <a:solidFill>
                  <a:srgbClr val="2E0A4E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replicación</a:t>
            </a:r>
            <a:r>
              <a:rPr lang="en-US" sz="3000" b="1" dirty="0">
                <a:solidFill>
                  <a:srgbClr val="2E0A4E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 (2)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02920" y="1188720"/>
            <a:ext cx="3954780" cy="585216"/>
          </a:xfrm>
          <a:prstGeom prst="roundRect">
            <a:avLst>
              <a:gd name="adj" fmla="val 7813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rgbClr val="F4ECF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 txBox="1"/>
          <p:nvPr/>
        </p:nvSpPr>
        <p:spPr>
          <a:xfrm>
            <a:off x="640080" y="1207008"/>
            <a:ext cx="36804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5A18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layout_columns(col_widths = 6)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469624"/>
            <a:ext cx="36804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0A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Tarjetas de a dos por fila.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675751" y="1609344"/>
            <a:ext cx="3954780" cy="585216"/>
          </a:xfrm>
          <a:prstGeom prst="roundRect">
            <a:avLst>
              <a:gd name="adj" fmla="val 7813"/>
            </a:avLst>
          </a:prstGeom>
          <a:solidFill>
            <a:schemeClr val="accent4">
              <a:lumMod val="20000"/>
              <a:lumOff val="80000"/>
            </a:schemeClr>
          </a:solidFill>
          <a:ln w="12700">
            <a:solidFill>
              <a:srgbClr val="F4ECF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 txBox="1"/>
          <p:nvPr/>
        </p:nvSpPr>
        <p:spPr>
          <a:xfrm>
            <a:off x="4812911" y="1627632"/>
            <a:ext cx="36804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5A18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leaflet() y addProviderTiles()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4812911" y="1890248"/>
            <a:ext cx="36804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0A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mapa y su fondo.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02920" y="1847088"/>
            <a:ext cx="3954780" cy="585216"/>
          </a:xfrm>
          <a:prstGeom prst="roundRect">
            <a:avLst>
              <a:gd name="adj" fmla="val 7813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rgbClr val="F4ECF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 txBox="1"/>
          <p:nvPr/>
        </p:nvSpPr>
        <p:spPr>
          <a:xfrm>
            <a:off x="640080" y="1865376"/>
            <a:ext cx="36804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5A18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addCircleMarkers()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2127992"/>
            <a:ext cx="36804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0A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círculo por local, en Longitud y Latitud.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675751" y="2267712"/>
            <a:ext cx="3954780" cy="585216"/>
          </a:xfrm>
          <a:prstGeom prst="roundRect">
            <a:avLst>
              <a:gd name="adj" fmla="val 7813"/>
            </a:avLst>
          </a:prstGeom>
          <a:solidFill>
            <a:schemeClr val="accent4">
              <a:lumMod val="20000"/>
              <a:lumOff val="80000"/>
            </a:schemeClr>
          </a:solidFill>
          <a:ln w="12700">
            <a:solidFill>
              <a:srgbClr val="F4ECF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 txBox="1"/>
          <p:nvPr/>
        </p:nvSpPr>
        <p:spPr>
          <a:xfrm>
            <a:off x="4812911" y="2286000"/>
            <a:ext cx="36804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5A18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colorFactor() y colorNumeric()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4812911" y="2548616"/>
            <a:ext cx="36804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0A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Escalas de color por categoría o por número.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02920" y="2505456"/>
            <a:ext cx="3954780" cy="585216"/>
          </a:xfrm>
          <a:prstGeom prst="roundRect">
            <a:avLst>
              <a:gd name="adj" fmla="val 7813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rgbClr val="F4ECF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 txBox="1"/>
          <p:nvPr/>
        </p:nvSpPr>
        <p:spPr>
          <a:xfrm>
            <a:off x="640080" y="2523744"/>
            <a:ext cx="36804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5A18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aggregate()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640080" y="2786360"/>
            <a:ext cx="36804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0A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Suma columnas por grupo, por región.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675751" y="2926080"/>
            <a:ext cx="3954780" cy="585216"/>
          </a:xfrm>
          <a:prstGeom prst="roundRect">
            <a:avLst>
              <a:gd name="adj" fmla="val 7813"/>
            </a:avLst>
          </a:prstGeom>
          <a:solidFill>
            <a:schemeClr val="accent4">
              <a:lumMod val="20000"/>
              <a:lumOff val="80000"/>
            </a:schemeClr>
          </a:solidFill>
          <a:ln w="12700">
            <a:solidFill>
              <a:srgbClr val="F4ECF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 txBox="1"/>
          <p:nvPr/>
        </p:nvSpPr>
        <p:spPr>
          <a:xfrm>
            <a:off x="4812911" y="2944368"/>
            <a:ext cx="36804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5A18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options(shiny.sanitize.errors)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4812911" y="3206984"/>
            <a:ext cx="36804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0A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Esconde el detalle de los errores al publicar.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502920" y="3163824"/>
            <a:ext cx="3954780" cy="585216"/>
          </a:xfrm>
          <a:prstGeom prst="roundRect">
            <a:avLst>
              <a:gd name="adj" fmla="val 7813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rgbClr val="F4ECF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 txBox="1"/>
          <p:nvPr/>
        </p:nvSpPr>
        <p:spPr>
          <a:xfrm>
            <a:off x="640080" y="3182112"/>
            <a:ext cx="36804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5A18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rsconnect::deployApp()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640080" y="3444728"/>
            <a:ext cx="36804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0A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Publica la app en shinyapps.io.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0"/>
          <p:cNvSpPr txBox="1"/>
          <p:nvPr/>
        </p:nvSpPr>
        <p:spPr>
          <a:xfrm>
            <a:off x="502920" y="320040"/>
            <a:ext cx="7040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E0A4E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Código clave (2)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7543800" y="32004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dirty="0">
                <a:solidFill>
                  <a:srgbClr val="9D4EDD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Clase 7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4759452"/>
            <a:ext cx="8138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Visualización interactiva de datos con R y Shiny · Udelar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02920" y="1188720"/>
            <a:ext cx="8138160" cy="3429000"/>
          </a:xfrm>
          <a:prstGeom prst="roundRect">
            <a:avLst>
              <a:gd name="adj" fmla="val 1600"/>
            </a:avLst>
          </a:prstGeom>
          <a:solidFill>
            <a:srgbClr val="2E0A4E"/>
          </a:solidFill>
          <a:ln w="12700">
            <a:solidFill>
              <a:srgbClr val="2E0A4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 txBox="1"/>
          <p:nvPr/>
        </p:nvSpPr>
        <p:spPr>
          <a:xfrm>
            <a:off x="777240" y="1325880"/>
            <a:ext cx="7589520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F1E9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locales_filtrados &lt;- reactive({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F1E9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locales[locales$DepartamentoNombre %in% datos()$departamento, ]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F1E9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F1E9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/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F1E9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output$m_fa &lt;- renderLeaflet({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F1E9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 &lt;- locales_filtrados()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F1E9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colores &lt;- colorNumeric(PALETA_MAPAS, domain = l$Pct_Frente_Amplio)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F1E9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leaflet(l) |&gt;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F1E9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addProviderTiles(FONDO_MAPA) |&gt;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F1E9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addCircleMarkers(lng = ~Longitud, lat = ~Latitud, label = ~NombreLocal,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F1E9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color = ~colores(Pct_Frente_Amplio), radius = TAMANO_PUNTOS,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F1E9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stroke = FALSE, fillOpacity = 0.8) |&gt;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F1E9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addLegend(pal = colores, values = ~Pct_Frente_Amplio, title = "% FA")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F1E9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0A4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 1"/>
          <p:cNvSpPr txBox="1"/>
          <p:nvPr/>
        </p:nvSpPr>
        <p:spPr>
          <a:xfrm>
            <a:off x="861646" y="327074"/>
            <a:ext cx="7315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 err="1">
                <a:solidFill>
                  <a:srgbClr val="FFFFFF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Próxima clase, sus propios datos.</a:t>
            </a:r>
            <a:endParaRPr lang="en-US" sz="3000" dirty="0"/>
          </a:p>
        </p:txBody>
      </p:sp>
      <p:sp>
        <p:nvSpPr>
          <p:cNvPr id="6" name="Text 0">
            <a:extLst>
              <a:ext uri="{FF2B5EF4-FFF2-40B4-BE49-F238E27FC236}">
                <a16:creationId xmlns:a16="http://schemas.microsoft.com/office/drawing/2014/main" id="{5DEF2027-0747-FA2E-1227-2DA6BFBD4726}"/>
              </a:ext>
            </a:extLst>
          </p:cNvPr>
          <p:cNvSpPr txBox="1"/>
          <p:nvPr/>
        </p:nvSpPr>
        <p:spPr>
          <a:xfrm>
            <a:off x="777240" y="1470074"/>
            <a:ext cx="7040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chemeClr val="bg1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Ejercicio propuesto</a:t>
            </a:r>
            <a:endParaRPr lang="en-US" sz="3000" dirty="0">
              <a:solidFill>
                <a:schemeClr val="bg1"/>
              </a:solidFill>
            </a:endParaRPr>
          </a:p>
        </p:txBody>
      </p:sp>
      <p:sp>
        <p:nvSpPr>
          <p:cNvPr id="8" name="Shape 3">
            <a:extLst>
              <a:ext uri="{FF2B5EF4-FFF2-40B4-BE49-F238E27FC236}">
                <a16:creationId xmlns:a16="http://schemas.microsoft.com/office/drawing/2014/main" id="{B76805F3-EB20-5347-6375-5560CC710DE1}"/>
              </a:ext>
            </a:extLst>
          </p:cNvPr>
          <p:cNvSpPr/>
          <p:nvPr/>
        </p:nvSpPr>
        <p:spPr>
          <a:xfrm>
            <a:off x="946053" y="2198334"/>
            <a:ext cx="6756009" cy="1670025"/>
          </a:xfrm>
          <a:prstGeom prst="roundRect">
            <a:avLst>
              <a:gd name="adj" fmla="val 2727"/>
            </a:avLst>
          </a:prstGeom>
          <a:solidFill>
            <a:srgbClr val="F4ECFB"/>
          </a:solidFill>
          <a:ln w="12700">
            <a:solidFill>
              <a:srgbClr val="F4ECF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4">
            <a:extLst>
              <a:ext uri="{FF2B5EF4-FFF2-40B4-BE49-F238E27FC236}">
                <a16:creationId xmlns:a16="http://schemas.microsoft.com/office/drawing/2014/main" id="{B7E35F91-C4B0-63AC-AA54-9A7227871712}"/>
              </a:ext>
            </a:extLst>
          </p:cNvPr>
          <p:cNvSpPr txBox="1"/>
          <p:nvPr/>
        </p:nvSpPr>
        <p:spPr>
          <a:xfrm>
            <a:off x="1311813" y="2381214"/>
            <a:ext cx="6148727" cy="136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2E0A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Agregá un value_box() con la participación promedio, usando mean(datos()$participacion_pct). Después publicá tu versión en shinyapps.io, con otro color principal y otro fondo de mapa, y compartí la dirección.</a:t>
            </a:r>
            <a:endParaRPr lang="en-US" sz="1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28</TotalTime>
  <Words>565</Words>
  <Application>Microsoft Office PowerPoint</Application>
  <PresentationFormat>On-screen Show (16:9)</PresentationFormat>
  <Paragraphs>77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4" baseType="lpstr">
      <vt:lpstr>Arial</vt:lpstr>
      <vt:lpstr>Calibri</vt:lpstr>
      <vt:lpstr>Courier New</vt:lpstr>
      <vt:lpstr>Oswald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Clase 3 · Interfaz de Usuario (UI)</dc:title>
  <dc:subject>PptxGenJS Presentation</dc:subject>
  <dc:creator>Curso Shiny · Udelar</dc:creator>
  <cp:lastModifiedBy>Nahuel Roel</cp:lastModifiedBy>
  <cp:revision>1</cp:revision>
  <dcterms:created xsi:type="dcterms:W3CDTF">2026-09-24T02:10:08Z</dcterms:created>
  <dcterms:modified xsi:type="dcterms:W3CDTF">2026-09-26T20:28:20Z</dcterms:modified>
</cp:coreProperties>
</file>