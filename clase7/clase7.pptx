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66" r:id="rId18"/>
    <p:sldId id="267" r:id="rId19"/>
    <p:sldId id="268" r:id="rId20"/>
    <p:sldId id="269" r:id="rId21"/>
    <p:sldId id="259" r:id="rId8"/>
    <p:sldId id="270" r:id="rId22"/>
    <p:sldId id="260" r:id="rId9"/>
    <p:sldId id="271" r:id="rId23"/>
    <p:sldId id="27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2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Estética, la app final y su publicación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Temas, navegación, tablas, mapas y publicación en la web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4" name="Shape 3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 txBox="1"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5"/>
          <p:cNvSpPr txBox="1"/>
          <p:nvPr/>
        </p:nvSpPr>
        <p:spPr>
          <a:xfrm>
            <a:off x="1188720" y="1143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tema que venimos usando desde la Clase 2, bs_theme().</a:t>
            </a:r>
            <a:endParaRPr lang="en-US" sz="1500" dirty="0"/>
          </a:p>
        </p:txBody>
      </p:sp>
      <p:sp>
        <p:nvSpPr>
          <p:cNvPr id="7" name="Shape 6"/>
          <p:cNvSpPr/>
          <p:nvPr/>
        </p:nvSpPr>
        <p:spPr>
          <a:xfrm>
            <a:off x="502920" y="17526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7"/>
          <p:cNvSpPr txBox="1"/>
          <p:nvPr/>
        </p:nvSpPr>
        <p:spPr>
          <a:xfrm>
            <a:off x="502920" y="1752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8"/>
          <p:cNvSpPr txBox="1"/>
          <p:nvPr/>
        </p:nvSpPr>
        <p:spPr>
          <a:xfrm>
            <a:off x="1188720" y="1706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 app con page_navbar() y jerarquizar con value_box() y card().</a:t>
            </a:r>
            <a:endParaRPr lang="en-US" sz="1500" dirty="0"/>
          </a:p>
        </p:txBody>
      </p:sp>
      <p:sp>
        <p:nvSpPr>
          <p:cNvPr id="10" name="Shape 9"/>
          <p:cNvSpPr/>
          <p:nvPr/>
        </p:nvSpPr>
        <p:spPr>
          <a:xfrm>
            <a:off x="502920" y="23164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0"/>
          <p:cNvSpPr txBox="1"/>
          <p:nvPr/>
        </p:nvSpPr>
        <p:spPr>
          <a:xfrm>
            <a:off x="502920" y="2316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1"/>
          <p:cNvSpPr txBox="1"/>
          <p:nvPr/>
        </p:nvSpPr>
        <p:spPr>
          <a:xfrm>
            <a:off x="1188720" y="2270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tablas interactivas con DT.</a:t>
            </a:r>
            <a:endParaRPr lang="en-US" sz="1500" dirty="0"/>
          </a:p>
        </p:txBody>
      </p:sp>
      <p:sp>
        <p:nvSpPr>
          <p:cNvPr id="13" name="Shape 12"/>
          <p:cNvSpPr/>
          <p:nvPr/>
        </p:nvSpPr>
        <p:spPr>
          <a:xfrm>
            <a:off x="502920" y="28803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3"/>
          <p:cNvSpPr txBox="1"/>
          <p:nvPr/>
        </p:nvSpPr>
        <p:spPr>
          <a:xfrm>
            <a:off x="5029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4"/>
          <p:cNvSpPr txBox="1"/>
          <p:nvPr/>
        </p:nvSpPr>
        <p:spPr>
          <a:xfrm>
            <a:off x="1188720" y="2834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lo aprendido en tres paneles y hacer mapas interactivos con leaflet.</a:t>
            </a:r>
            <a:endParaRPr lang="en-US" sz="1500" dirty="0"/>
          </a:p>
        </p:txBody>
      </p:sp>
      <p:sp>
        <p:nvSpPr>
          <p:cNvPr id="16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C7</a:t>
            </a:r>
            <a:endParaRPr lang="en-US" sz="11000" dirty="0"/>
          </a:p>
        </p:txBody>
      </p:sp>
      <p:sp>
        <p:nvSpPr>
          <p:cNvPr id="17" name="Shape 12"/>
          <p:cNvSpPr/>
          <p:nvPr/>
        </p:nvSpPr>
        <p:spPr>
          <a:xfrm>
            <a:off x="502920" y="34442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502920" y="3444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188720" y="3398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varios conjuntos de datos con los mismos controles.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02920" y="400812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 txBox="1"/>
          <p:nvPr/>
        </p:nvSpPr>
        <p:spPr>
          <a:xfrm>
            <a:off x="502920" y="4008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1188720" y="3962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app en Posit Connect Cloud.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de la app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bs_theme()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colores y letras de toda la app. Cualquier variable de Bootstrap va entre comillas, como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"navbar-bg"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Cambiando cuatro líneas de la zona de pruebas, la app pasa de violeta a verde.</a:t>
            </a:r>
          </a:p>
        </p:txBody>
      </p:sp>
      <p:pic>
        <p:nvPicPr>
          <p:cNvPr id="21" name="Picture 20" descr="n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506480"/>
            <a:ext cx="4480560" cy="298704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barra de navegación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page_navbar()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reemplaza a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fluidPage()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pestaña es un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nav_panel()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aparece arriba.</a:t>
            </a:r>
          </a:p>
          <a:p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lateral pasa a ser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se pliega con la flecha.</a:t>
            </a:r>
          </a:p>
        </p:txBody>
      </p:sp>
      <p:pic>
        <p:nvPicPr>
          <p:cNvPr id="23" name="Picture 22" descr="n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506480"/>
            <a:ext cx="4480560" cy="298704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tarjetas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value_box()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un número grande con título e ícono.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= "primary"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pinta con COLOR_PRINCIPAL.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card_header()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ponen cada gráfico en una tarjeta con título.</a:t>
            </a:r>
            <a:endParaRPr lang="en-US" sz="1300" dirty="0"/>
          </a:p>
        </p:txBody>
      </p:sp>
      <p:pic>
        <p:nvPicPr>
          <p:cNvPr id="21" name="Picture 20" descr="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2115304"/>
            <a:ext cx="4480560" cy="1769393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interactivas con DT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DTOutput()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renderDT()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reemplazan a la tabla simple. Se puede buscar, ordenar y pasar de página.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FILAS_POR_PAGINA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zona de pruebas cambia cuántas filas se ven.</a:t>
            </a:r>
            <a:endParaRPr lang="en-US" sz="1300" dirty="0"/>
          </a:p>
        </p:txBody>
      </p:sp>
      <p:pic>
        <p:nvPicPr>
          <p:cNvPr id="21" name="Picture 20" descr="n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722274"/>
            <a:ext cx="4480560" cy="2555452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(5)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paneles, doce visualizaciones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Gráficos, Tablas y Mapas son tres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nav_panel()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nuevos. En cada uno,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layout_columns(col_widths = 6)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acomoda cuatro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 dos por fila.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es lo que ya vimos, ggplot2, plotly y DT.</a:t>
            </a:r>
          </a:p>
        </p:txBody>
      </p:sp>
      <p:pic>
        <p:nvPicPr>
          <p:cNvPr id="22" name="Picture 21" descr="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280160"/>
            <a:ext cx="4480560" cy="288036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(6)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con leaflet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leaflet(l) |&gt; addProviderTiles() |&gt; addCircleMarkers() |&gt; addLegend()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arma el mapa por partes, como un ggplot.</a:t>
            </a:r>
          </a:p>
          <a:p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colorFactor()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colorea por categoría y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colorNumeric()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porcentaje. Cada punto es un local de votación.</a:t>
            </a:r>
          </a:p>
        </p:txBody>
      </p:sp>
      <p:pic>
        <p:nvPicPr>
          <p:cNvPr id="24" name="Picture 23" descr="q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065812"/>
            <a:ext cx="4480560" cy="330905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(7)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5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filtros para todo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locales_filtrados()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censo_filtrado()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quedan con los departamentos que hay en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Eligiendo solo la región Norte, los cuatro mapas y las tablas muestran solo el Norte.</a:t>
            </a:r>
            <a:endParaRPr lang="en-US" sz="1300" dirty="0"/>
          </a:p>
        </p:txBody>
      </p:sp>
      <p:pic>
        <p:nvPicPr>
          <p:cNvPr id="22" name="Picture 21" descr="q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280160"/>
            <a:ext cx="4480560" cy="288036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(8)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6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app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con la app, en la carpeta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datos/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clase. Por eso la ruta ya no empieza con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los pasos.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connectCloudUser()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conecta tu cuenta de Posit Connect Cloud una sola vez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deployApp()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publica.</a:t>
            </a:r>
            <a:endParaRPr lang="en-US" sz="1300" dirty="0"/>
          </a:p>
        </p:txBody>
      </p:sp>
      <p:pic>
        <p:nvPicPr>
          <p:cNvPr id="22" name="Picture 21" descr="q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576303"/>
            <a:ext cx="4480560" cy="2288072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(1)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bs_theme()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y letras de toda la app.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page_navbar() y nav_panel()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navegación y sus pestañas.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plegable.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value_box() y layout_columns()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con números, una al lado de la otra.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card() y card_header()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con título.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navbar_options()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claras sobre la barra oscura.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DTOutput() y renderDT()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para buscar, ordenar y paginar.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(2)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layout_columns(col_widths = 6)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a dos por fila.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leaflet() y addProviderTiles()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y su fondo.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addCircleMarkers()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círculo por local, en Longitud y Latitud.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colorFactor() y colorNumeric()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color por categoría o por número.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columnas por grupo, por región.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options(shiny.sanitize.errors)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el detalle de los errores al publicar.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rsconnect::deployApp()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la app en Posit Connect Cloud.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page_navbar(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= TITULO,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   = tema_curso,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sidebar = barra,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navbar_options = navbar_options(theme = "dark"),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nav_panel("Resumen",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layout_columns(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value_box("Departamentos", textOutput("n_deptos"), theme = "primary"),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value_box("Emitidos", textOutput("emitidos"), theme = "primary")),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card(card_header("Votos emitidos"), plotOutput("grafico"))),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nav_panel("Tablas", card(DTOutput("tabla")))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output$tabla &lt;- renderDT({ datatable(datos(), rownames = FALSE) })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locales_filtrados &lt;- reactive({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locales[locales$DepartamentoNombre %in% datos()$departamento, 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output$m_fa &lt;- renderLeaflet({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&lt;- locales_filtrados()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colores &lt;- colorNumeric(PALETA_MAPAS, domain = l$Pct_Frente_Amplio)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leaflet(l)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addProviderTiles(FONDO_MAPA)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addCircleMarkers(lng = ~Longitud, lat = ~Latitud, label = ~NombreLocal,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color = ~colores(Pct_Frente_Amplio), radius = TAMANO_PUNTOS,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stroke = FALSE, fillOpacity = 0.8)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addLegend(pal = colores, values = ~Pct_Frente_Amplio, title = "% FA")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sus propios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 value_box() con la participación promedio, usando mean(datos()$participacion_pct). Después publicá tu versión en Posit Connect Cloud, con otro color principal y otro fondo de mapa, y compartí la dirección.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