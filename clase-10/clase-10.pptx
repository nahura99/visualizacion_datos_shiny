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88720" y="960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10 de 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Discusión de corpus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datos, tu pregunta, tu app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840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114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Sociales · Educación Permanente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el corpus de datos de cada participante y la pregunta que quiere responder.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entre todos si el corpus sirve para una Shiny y qué paneles tendría.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problemas de limpieza, georreferenciación y tamaño antes de programar.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curso con una hoja de ruta para cada proyecto.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</a:t>
            </a:r>
            <a:endParaRPr lang="en-US" sz="1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Dinámica de la clase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77640" cy="1554480"/>
          </a:xfrm>
          <a:prstGeom prst="roundRect">
            <a:avLst>
              <a:gd name="adj" fmla="val 3529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3533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 minutos por persona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Tema, pregunta, fuente y una muestra de los datos (una tabla de 10 filas alcanza).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977640" cy="1554480"/>
          </a:xfrm>
          <a:prstGeom prst="roundRect">
            <a:avLst>
              <a:gd name="adj" fmla="val 3529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371600"/>
            <a:ext cx="411480" cy="41148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3533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Discusión grupal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1828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inputs, qué outputs, qué panel (gráficos, tablas, mapas) tendría sentido.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3977640" cy="1554480"/>
          </a:xfrm>
          <a:prstGeom prst="roundRect">
            <a:avLst>
              <a:gd name="adj" fmla="val 3529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063240"/>
            <a:ext cx="411480" cy="41148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Devolución docente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520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atajos: qué se puede reusar de las apps del curso.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3977640" cy="1554480"/>
          </a:xfrm>
          <a:prstGeom prst="roundRect">
            <a:avLst>
              <a:gd name="adj" fmla="val 3529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3063240"/>
            <a:ext cx="411480" cy="41148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Cierre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3520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Bibliografía, recursos y cómo seguir.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Checklist para el corpus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8138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una variable categórica (para filtrar) y una numérica (para graficar).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observación, sin celdas combinadas ni totales mezclados.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identificable y citable (Corte Electoral, INE, MIDES, catalogodatos.gub.uy, investigación propia).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mapa: coordenadas o un código que se pueda cruzar con un shapefile.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razonable para shinyapps.io (menos de 20 MB en CSV).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Rúbrica orientativa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51206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Criterio</a:t>
                      </a: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A18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Peso</a:t>
                      </a: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A18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Qué se evalúa</a:t>
                      </a: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A18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 y responde sin errores.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reactive() y req() bien usados, sin repetición.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Gráficos claros y pertinentes a la pregunta.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e interfaz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Navegación ordenada, estética, textos que guían.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y fuente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oficiales o justificados, citados.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Desplegada y accesible por URL.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7D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Cierre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8745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Gracias. El repositorio queda abierto: usalo como punto de partida para tu propia app.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README y datos en el repositorio del curso.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10 · Discusión de corpus</dc:title>
  <dc:subject>PptxGenJS Presentation</dc:subject>
  <dc:creator>Curso Shiny · Udelar</dc:creator>
  <cp:lastModifiedBy>Curso Shiny · Udelar</cp:lastModifiedBy>
  <cp:revision>1</cp:revision>
  <dcterms:created xsi:type="dcterms:W3CDTF">2026-09-24T02:10:08Z</dcterms:created>
  <dcterms:modified xsi:type="dcterms:W3CDTF">2026-09-24T02:10:08Z</dcterms:modified>
</cp:coreProperties>
</file>