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final y su publicación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Gráficos, tablas y mapas en una sola app, publicada en la web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lo aprendido en tres paneles, con cuatro visualizaciones cada uno.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mapas interactivos con leaflet.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varios conjuntos de datos con los mismos controles.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app en shinyapps.io.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C8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paneles, doce visualizaciones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Gráficos, Tablas y Mapas son tres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nav_panel()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nuevos. En cada uno,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layout_columns(col_widths = 6)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acomoda cuatro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 dos por fila.</a:t>
            </a:r>
          </a:p>
          <a:p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es lo que ya vimos, ggplot2, plotly y DT.</a:t>
            </a:r>
          </a:p>
        </p:txBody>
      </p:sp>
      <p:pic>
        <p:nvPicPr>
          <p:cNvPr id="22" name="Picture 21" descr="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280160"/>
            <a:ext cx="4480560" cy="288036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con leaflet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leaflet(l) |&gt; addProviderTiles() |&gt; addCircleMarkers() |&gt; addLegend()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arma el mapa por partes, como un ggplot.</a:t>
            </a:r>
          </a:p>
          <a:p/>
          <a:p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colorFactor()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colorea por categoría y </a:t>
            </a:r>
            <a:r>
              <a:rPr lang="es-ES" sz="1400" b="1" dirty="0" err="1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colorNumeric()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porcentaje. Cada punto es un local de votación.</a:t>
            </a:r>
          </a:p>
        </p:txBody>
      </p:sp>
      <p:pic>
        <p:nvPicPr>
          <p:cNvPr id="24" name="Picture 23" descr="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065812"/>
            <a:ext cx="4480560" cy="330905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filtros para todo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locales_filtrados()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censo_filtrado()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quedan con los departamentos que hay en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Eligiendo solo la región Norte, los cuatro mapas y las tablas muestran solo el Norte.</a:t>
            </a:r>
            <a:endParaRPr lang="en-US" sz="1300" dirty="0"/>
          </a:p>
        </p:txBody>
      </p:sp>
      <p:pic>
        <p:nvPicPr>
          <p:cNvPr id="22" name="Picture 21" descr="q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280160"/>
            <a:ext cx="4480560" cy="288036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app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con la app, en la carpeta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datos/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clase. Por eso la ruta ya no empieza con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los pasos.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rsconnect::deployApp()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publica y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showLogs()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qué falló.</a:t>
            </a:r>
            <a:endParaRPr lang="en-US" sz="1300" dirty="0"/>
          </a:p>
        </p:txBody>
      </p:sp>
      <p:pic>
        <p:nvPicPr>
          <p:cNvPr id="22" name="Picture 21" descr="q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1576303"/>
            <a:ext cx="4480560" cy="2288072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layout_columns(col_widths = 6)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a dos por fila.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leaflet() y addProviderTiles()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y su fondo.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addCircleMarkers()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círculo por local, en Longitud y Latitud.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colorFactor() y colorNumeric()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color por categoría o por número.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columnas por grupo, por región.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options(shiny.sanitize.errors)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el detalle de los errores al publicar.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rsconnect::deployApp()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la app en shinyapps.io.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locales_filtrados &lt;- reactive({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locales[locales$DepartamentoNombre %in% datos()$departamento, 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output$m_fa &lt;- renderLeaflet({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&lt;- locales_filtrados()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colores &lt;- colorNumeric(PALETA_MAPAS, domain = l$Pct_Frente_Amplio)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leaflet(l)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addProviderTiles(FONDO_MAPA)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addCircleMarkers(lng = ~Longitud, lat = ~Latitud, label = ~NombreLocal,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color = ~colores(Pct_Frente_Amplio), radius = TAMANO_PUNTOS,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stroke = FALSE, fillOpacity = 0.8) |&gt;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addLegend(pal = colores, values = ~Pct_Frente_Amplio, title = "% FA")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sus propios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 tu versión de la app en shinyapps.io, con otro color principal y otro fondo de mapa, y compartí la dirección.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