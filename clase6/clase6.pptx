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8" r:id="rId5"/>
    <p:sldId id="264" r:id="rId6"/>
    <p:sldId id="265" r:id="rId7"/>
    <p:sldId id="259" r:id="rId8"/>
    <p:sldId id="260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76EA"/>
    <a:srgbClr val="5A18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1FCFAA-7ECA-4D76-885D-D37ABD2E67D0}" v="5" dt="2026-09-26T20:20:07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uel Roel" userId="f57eb92d7f62e27b" providerId="LiveId" clId="{1698397B-2804-4513-BF38-7951CB4798F0}"/>
    <pc:docChg chg="undo redo custSel addSld delSld modSld sldOrd">
      <pc:chgData name="Nahuel Roel" userId="f57eb92d7f62e27b" providerId="LiveId" clId="{1698397B-2804-4513-BF38-7951CB4798F0}" dt="2026-09-26T20:28:16.768" v="401" actId="478"/>
      <pc:docMkLst>
        <pc:docMk/>
      </pc:docMkLst>
      <pc:sldChg chg="delSp modSp mod">
        <pc:chgData name="Nahuel Roel" userId="f57eb92d7f62e27b" providerId="LiveId" clId="{1698397B-2804-4513-BF38-7951CB4798F0}" dt="2026-09-26T20:28:16.768" v="401" actId="478"/>
        <pc:sldMkLst>
          <pc:docMk/>
          <pc:sldMk cId="0" sldId="256"/>
        </pc:sldMkLst>
        <pc:spChg chg="mod">
          <ac:chgData name="Nahuel Roel" userId="f57eb92d7f62e27b" providerId="LiveId" clId="{1698397B-2804-4513-BF38-7951CB4798F0}" dt="2026-09-26T20:28:10.416" v="398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6.768" v="40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8:12.245" v="399" actId="1076"/>
          <ac:spMkLst>
            <pc:docMk/>
            <pc:sldMk cId="0" sldId="256"/>
            <ac:spMk id="6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4.027" v="400" actId="478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Nahuel Roel" userId="f57eb92d7f62e27b" providerId="LiveId" clId="{1698397B-2804-4513-BF38-7951CB4798F0}" dt="2026-09-26T20:28:06.699" v="397" actId="478"/>
        <pc:sldMkLst>
          <pc:docMk/>
          <pc:sldMk cId="0" sldId="257"/>
        </pc:sldMkLst>
        <pc:spChg chg="del">
          <ac:chgData name="Nahuel Roel" userId="f57eb92d7f62e27b" providerId="LiveId" clId="{1698397B-2804-4513-BF38-7951CB4798F0}" dt="2026-09-26T20:28:06.699" v="397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01.996" v="395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4:04.882" v="302" actId="6549"/>
          <ac:spMkLst>
            <pc:docMk/>
            <pc:sldMk cId="0" sldId="257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8:04.870" v="396" actId="20577"/>
          <ac:spMkLst>
            <pc:docMk/>
            <pc:sldMk cId="0" sldId="257"/>
            <ac:spMk id="17" creationId="{00000000-0000-0000-0000-000000000000}"/>
          </ac:spMkLst>
        </pc:spChg>
      </pc:sldChg>
      <pc:sldChg chg="addSp delSp modSp mod">
        <pc:chgData name="Nahuel Roel" userId="f57eb92d7f62e27b" providerId="LiveId" clId="{1698397B-2804-4513-BF38-7951CB4798F0}" dt="2026-09-26T20:20:05.060" v="224" actId="20577"/>
        <pc:sldMkLst>
          <pc:docMk/>
          <pc:sldMk cId="0" sldId="258"/>
        </pc:sldMkLst>
        <pc:spChg chg="mod">
          <ac:chgData name="Nahuel Roel" userId="f57eb92d7f62e27b" providerId="LiveId" clId="{1698397B-2804-4513-BF38-7951CB4798F0}" dt="2026-09-26T20:20:05.060" v="224" actId="20577"/>
          <ac:spMkLst>
            <pc:docMk/>
            <pc:sldMk cId="0" sldId="258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29.308" v="0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48.956" v="17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4.894" v="9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3.748" v="6" actId="478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4.559" v="8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1.569" v="3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0.686" v="1" actId="47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3.012" v="5" actId="47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1:55.088" v="31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4.479" v="86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9.016" v="113" actId="20577"/>
          <ac:spMkLst>
            <pc:docMk/>
            <pc:sldMk cId="0" sldId="258"/>
            <ac:spMk id="13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13:52.235" v="66" actId="14100"/>
          <ac:spMkLst>
            <pc:docMk/>
            <pc:sldMk cId="0" sldId="258"/>
            <ac:spMk id="15" creationId="{1ED05ED1-CE50-06A2-178F-B4365671B18F}"/>
          </ac:spMkLst>
        </pc:spChg>
        <pc:spChg chg="add mod">
          <ac:chgData name="Nahuel Roel" userId="f57eb92d7f62e27b" providerId="LiveId" clId="{1698397B-2804-4513-BF38-7951CB4798F0}" dt="2026-09-26T20:19:49.957" v="214" actId="20577"/>
          <ac:spMkLst>
            <pc:docMk/>
            <pc:sldMk cId="0" sldId="258"/>
            <ac:spMk id="17" creationId="{1291722D-C809-2238-9939-339690D52438}"/>
          </ac:spMkLst>
        </pc:spChg>
        <pc:picChg chg="add mod">
          <ac:chgData name="Nahuel Roel" userId="f57eb92d7f62e27b" providerId="LiveId" clId="{1698397B-2804-4513-BF38-7951CB4798F0}" dt="2026-09-26T20:18:02.073" v="74" actId="1076"/>
          <ac:picMkLst>
            <pc:docMk/>
            <pc:sldMk cId="0" sldId="258"/>
            <ac:picMk id="19" creationId="{B4D1304C-9DB8-ADA7-9C94-5BFB501CEB80}"/>
          </ac:picMkLst>
        </pc:picChg>
      </pc:sldChg>
      <pc:sldChg chg="delSp modSp mod">
        <pc:chgData name="Nahuel Roel" userId="f57eb92d7f62e27b" providerId="LiveId" clId="{1698397B-2804-4513-BF38-7951CB4798F0}" dt="2026-09-26T20:27:08.471" v="394" actId="1076"/>
        <pc:sldMkLst>
          <pc:docMk/>
          <pc:sldMk cId="0" sldId="259"/>
        </pc:sldMkLst>
        <pc:spChg chg="mod">
          <ac:chgData name="Nahuel Roel" userId="f57eb92d7f62e27b" providerId="LiveId" clId="{1698397B-2804-4513-BF38-7951CB4798F0}" dt="2026-09-26T20:25:29.611" v="349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31.966" v="350" actId="21"/>
          <ac:spMkLst>
            <pc:docMk/>
            <pc:sldMk cId="0" sldId="259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6:51.559" v="390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37.248" v="388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23" creationId="{00000000-0000-0000-0000-000000000000}"/>
          </ac:spMkLst>
        </pc:spChg>
      </pc:sldChg>
      <pc:sldChg chg="delSp del mod">
        <pc:chgData name="Nahuel Roel" userId="f57eb92d7f62e27b" providerId="LiveId" clId="{1698397B-2804-4513-BF38-7951CB4798F0}" dt="2026-09-26T20:26:28.113" v="383" actId="47"/>
        <pc:sldMkLst>
          <pc:docMk/>
          <pc:sldMk cId="0" sldId="261"/>
        </pc:sldMkLst>
        <pc:spChg chg="del">
          <ac:chgData name="Nahuel Roel" userId="f57eb92d7f62e27b" providerId="LiveId" clId="{1698397B-2804-4513-BF38-7951CB4798F0}" dt="2026-09-26T20:25:52.738" v="363" actId="21"/>
          <ac:spMkLst>
            <pc:docMk/>
            <pc:sldMk cId="0" sldId="261"/>
            <ac:spMk id="2" creationId="{00000000-0000-0000-0000-000000000000}"/>
          </ac:spMkLst>
        </pc:spChg>
      </pc:sldChg>
      <pc:sldChg chg="addSp delSp modSp mod ord">
        <pc:chgData name="Nahuel Roel" userId="f57eb92d7f62e27b" providerId="LiveId" clId="{1698397B-2804-4513-BF38-7951CB4798F0}" dt="2026-09-26T20:26:23.366" v="382" actId="313"/>
        <pc:sldMkLst>
          <pc:docMk/>
          <pc:sldMk cId="0" sldId="262"/>
        </pc:sldMkLst>
        <pc:spChg chg="del">
          <ac:chgData name="Nahuel Roel" userId="f57eb92d7f62e27b" providerId="LiveId" clId="{1698397B-2804-4513-BF38-7951CB4798F0}" dt="2026-09-26T20:25:41.617" v="353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5:46.761" v="361" actId="20577"/>
          <ac:spMkLst>
            <pc:docMk/>
            <pc:sldMk cId="0" sldId="262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49.905" v="362" actId="478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25:58.969" v="366" actId="1076"/>
          <ac:spMkLst>
            <pc:docMk/>
            <pc:sldMk cId="0" sldId="262"/>
            <ac:spMk id="6" creationId="{5DEF2027-0747-FA2E-1227-2DA6BFBD4726}"/>
          </ac:spMkLst>
        </pc:spChg>
        <pc:spChg chg="add mod">
          <ac:chgData name="Nahuel Roel" userId="f57eb92d7f62e27b" providerId="LiveId" clId="{1698397B-2804-4513-BF38-7951CB4798F0}" dt="2026-09-26T20:26:08.988" v="369" actId="1076"/>
          <ac:spMkLst>
            <pc:docMk/>
            <pc:sldMk cId="0" sldId="262"/>
            <ac:spMk id="8" creationId="{B76805F3-EB20-5347-6375-5560CC710DE1}"/>
          </ac:spMkLst>
        </pc:spChg>
        <pc:spChg chg="add mod">
          <ac:chgData name="Nahuel Roel" userId="f57eb92d7f62e27b" providerId="LiveId" clId="{1698397B-2804-4513-BF38-7951CB4798F0}" dt="2026-09-26T20:26:23.366" v="382" actId="313"/>
          <ac:spMkLst>
            <pc:docMk/>
            <pc:sldMk cId="0" sldId="262"/>
            <ac:spMk id="10" creationId="{B7E35F91-C4B0-63AC-AA54-9A7227871712}"/>
          </ac:spMkLst>
        </pc:spChg>
      </pc:sldChg>
      <pc:sldChg chg="addSp delSp modSp add mod ord">
        <pc:chgData name="Nahuel Roel" userId="f57eb92d7f62e27b" providerId="LiveId" clId="{1698397B-2804-4513-BF38-7951CB4798F0}" dt="2026-09-26T20:20:00.715" v="221" actId="1076"/>
        <pc:sldMkLst>
          <pc:docMk/>
          <pc:sldMk cId="245088736" sldId="263"/>
        </pc:sldMkLst>
        <pc:spChg chg="mod">
          <ac:chgData name="Nahuel Roel" userId="f57eb92d7f62e27b" providerId="LiveId" clId="{1698397B-2804-4513-BF38-7951CB4798F0}" dt="2026-09-26T20:20:00.715" v="221" actId="1076"/>
          <ac:spMkLst>
            <pc:docMk/>
            <pc:sldMk cId="245088736" sldId="263"/>
            <ac:spMk id="2" creationId="{45FBCF84-BF0C-00DD-1115-ECF03D12DDA6}"/>
          </ac:spMkLst>
        </pc:spChg>
        <pc:picChg chg="add mod modCrop">
          <ac:chgData name="Nahuel Roel" userId="f57eb92d7f62e27b" providerId="LiveId" clId="{1698397B-2804-4513-BF38-7951CB4798F0}" dt="2026-09-26T20:18:42.898" v="83" actId="14100"/>
          <ac:picMkLst>
            <pc:docMk/>
            <pc:sldMk cId="245088736" sldId="263"/>
            <ac:picMk id="4" creationId="{73C89965-8635-48DC-08A7-A026EB8E9D94}"/>
          </ac:picMkLst>
        </pc:picChg>
        <pc:picChg chg="del">
          <ac:chgData name="Nahuel Roel" userId="f57eb92d7f62e27b" providerId="LiveId" clId="{1698397B-2804-4513-BF38-7951CB4798F0}" dt="2026-09-26T20:18:28.706" v="76" actId="478"/>
          <ac:picMkLst>
            <pc:docMk/>
            <pc:sldMk cId="245088736" sldId="263"/>
            <ac:picMk id="19" creationId="{EE1F7891-58B8-4FC7-A75B-047789C4A474}"/>
          </ac:picMkLst>
        </pc:picChg>
      </pc:sldChg>
      <pc:sldChg chg="addSp delSp modSp add mod">
        <pc:chgData name="Nahuel Roel" userId="f57eb92d7f62e27b" providerId="LiveId" clId="{1698397B-2804-4513-BF38-7951CB4798F0}" dt="2026-09-26T20:23:33.699" v="261" actId="20577"/>
        <pc:sldMkLst>
          <pc:docMk/>
          <pc:sldMk cId="3812165332" sldId="264"/>
        </pc:sldMkLst>
        <pc:spChg chg="mod">
          <ac:chgData name="Nahuel Roel" userId="f57eb92d7f62e27b" providerId="LiveId" clId="{1698397B-2804-4513-BF38-7951CB4798F0}" dt="2026-09-26T20:20:09.480" v="227" actId="20577"/>
          <ac:spMkLst>
            <pc:docMk/>
            <pc:sldMk cId="3812165332" sldId="264"/>
            <ac:spMk id="2" creationId="{1B8BE186-2227-0AEE-46BF-1738518AF7E2}"/>
          </ac:spMkLst>
        </pc:spChg>
        <pc:spChg chg="mod">
          <ac:chgData name="Nahuel Roel" userId="f57eb92d7f62e27b" providerId="LiveId" clId="{1698397B-2804-4513-BF38-7951CB4798F0}" dt="2026-09-26T20:23:25.442" v="259" actId="20577"/>
          <ac:spMkLst>
            <pc:docMk/>
            <pc:sldMk cId="3812165332" sldId="264"/>
            <ac:spMk id="12" creationId="{FF346D48-99B4-78ED-CF54-DB6A3D402E26}"/>
          </ac:spMkLst>
        </pc:spChg>
        <pc:spChg chg="mod">
          <ac:chgData name="Nahuel Roel" userId="f57eb92d7f62e27b" providerId="LiveId" clId="{1698397B-2804-4513-BF38-7951CB4798F0}" dt="2026-09-26T20:23:33.699" v="261" actId="20577"/>
          <ac:spMkLst>
            <pc:docMk/>
            <pc:sldMk cId="3812165332" sldId="264"/>
            <ac:spMk id="13" creationId="{961D826F-99A4-C802-E6F8-FA059D329199}"/>
          </ac:spMkLst>
        </pc:spChg>
        <pc:spChg chg="mod">
          <ac:chgData name="Nahuel Roel" userId="f57eb92d7f62e27b" providerId="LiveId" clId="{1698397B-2804-4513-BF38-7951CB4798F0}" dt="2026-09-26T20:22:45.511" v="246" actId="313"/>
          <ac:spMkLst>
            <pc:docMk/>
            <pc:sldMk cId="3812165332" sldId="264"/>
            <ac:spMk id="17" creationId="{BFEECB63-4CC8-9CA3-665B-7BF2CFCADD52}"/>
          </ac:spMkLst>
        </pc:spChg>
        <pc:picChg chg="add del mod">
          <ac:chgData name="Nahuel Roel" userId="f57eb92d7f62e27b" providerId="LiveId" clId="{1698397B-2804-4513-BF38-7951CB4798F0}" dt="2026-09-26T20:22:48.333" v="248" actId="478"/>
          <ac:picMkLst>
            <pc:docMk/>
            <pc:sldMk cId="3812165332" sldId="264"/>
            <ac:picMk id="4" creationId="{9CDCAB2A-AA65-2A24-B758-C8DB3F2D7B8D}"/>
          </ac:picMkLst>
        </pc:picChg>
        <pc:picChg chg="add mod">
          <ac:chgData name="Nahuel Roel" userId="f57eb92d7f62e27b" providerId="LiveId" clId="{1698397B-2804-4513-BF38-7951CB4798F0}" dt="2026-09-26T20:23:12.245" v="255" actId="1076"/>
          <ac:picMkLst>
            <pc:docMk/>
            <pc:sldMk cId="3812165332" sldId="264"/>
            <ac:picMk id="6" creationId="{245D6323-744C-FC64-081D-3F6868E6F7DA}"/>
          </ac:picMkLst>
        </pc:picChg>
        <pc:picChg chg="add del">
          <ac:chgData name="Nahuel Roel" userId="f57eb92d7f62e27b" providerId="LiveId" clId="{1698397B-2804-4513-BF38-7951CB4798F0}" dt="2026-09-26T20:22:48.720" v="249" actId="478"/>
          <ac:picMkLst>
            <pc:docMk/>
            <pc:sldMk cId="3812165332" sldId="264"/>
            <ac:picMk id="19" creationId="{30F018FA-11D4-9F7F-4312-12FEA39A153C}"/>
          </ac:picMkLst>
        </pc:picChg>
      </pc:sldChg>
      <pc:sldChg chg="addSp delSp modSp add mod">
        <pc:chgData name="Nahuel Roel" userId="f57eb92d7f62e27b" providerId="LiveId" clId="{1698397B-2804-4513-BF38-7951CB4798F0}" dt="2026-09-26T20:25:14.207" v="315" actId="1076"/>
        <pc:sldMkLst>
          <pc:docMk/>
          <pc:sldMk cId="972062348" sldId="265"/>
        </pc:sldMkLst>
        <pc:spChg chg="mod">
          <ac:chgData name="Nahuel Roel" userId="f57eb92d7f62e27b" providerId="LiveId" clId="{1698397B-2804-4513-BF38-7951CB4798F0}" dt="2026-09-26T20:23:20.944" v="257" actId="20577"/>
          <ac:spMkLst>
            <pc:docMk/>
            <pc:sldMk cId="972062348" sldId="265"/>
            <ac:spMk id="2" creationId="{21E0B84E-B772-A594-B980-A7B918F749C6}"/>
          </ac:spMkLst>
        </pc:spChg>
        <pc:spChg chg="mod">
          <ac:chgData name="Nahuel Roel" userId="f57eb92d7f62e27b" providerId="LiveId" clId="{1698397B-2804-4513-BF38-7951CB4798F0}" dt="2026-09-26T20:24:17.128" v="303"/>
          <ac:spMkLst>
            <pc:docMk/>
            <pc:sldMk cId="972062348" sldId="265"/>
            <ac:spMk id="13" creationId="{0C2592C3-39BA-DB09-D0F1-BF73ED6DEC99}"/>
          </ac:spMkLst>
        </pc:spChg>
        <pc:spChg chg="mod">
          <ac:chgData name="Nahuel Roel" userId="f57eb92d7f62e27b" providerId="LiveId" clId="{1698397B-2804-4513-BF38-7951CB4798F0}" dt="2026-09-26T20:24:37.628" v="307" actId="114"/>
          <ac:spMkLst>
            <pc:docMk/>
            <pc:sldMk cId="972062348" sldId="265"/>
            <ac:spMk id="17" creationId="{90C1F140-6606-DACA-D829-EF5414EB787C}"/>
          </ac:spMkLst>
        </pc:spChg>
        <pc:picChg chg="add mod">
          <ac:chgData name="Nahuel Roel" userId="f57eb92d7f62e27b" providerId="LiveId" clId="{1698397B-2804-4513-BF38-7951CB4798F0}" dt="2026-09-26T20:25:14.207" v="315" actId="1076"/>
          <ac:picMkLst>
            <pc:docMk/>
            <pc:sldMk cId="972062348" sldId="265"/>
            <ac:picMk id="4" creationId="{D54C38F1-EA41-E117-080D-6E72D97DB534}"/>
          </ac:picMkLst>
        </pc:picChg>
        <pc:picChg chg="del">
          <ac:chgData name="Nahuel Roel" userId="f57eb92d7f62e27b" providerId="LiveId" clId="{1698397B-2804-4513-BF38-7951CB4798F0}" dt="2026-09-26T20:25:01.274" v="308" actId="478"/>
          <ac:picMkLst>
            <pc:docMk/>
            <pc:sldMk cId="972062348" sldId="265"/>
            <ac:picMk id="6" creationId="{21AE8783-30D3-B8F4-173A-AB2594BA4003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52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6F366-B1AE-D3B5-0FA2-E78D0251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7C39E-486C-E1F3-7DAC-2679F87D7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B6AA2-6AA0-AD02-EEEE-5B7A87DA9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69FAD-01DA-896F-5923-C419DFEF6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25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B7E8-D664-8419-CBB0-25A18640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50BBC-1509-CC64-7D62-E0AF89569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2312B-8A5C-0CE5-C2A0-DC7189561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63D8D-1FAE-C4AD-88F9-72D9126D0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22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2FF5-C0AA-82F2-DEEA-B992D2D9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85CBF-18AB-462F-4173-771BCA9B7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AB757-E631-A6F9-48D2-A4E45CB8F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91EA3-E659-1AB4-498B-0A29BBB58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1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97230"/>
            <a:ext cx="7498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8872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Gráficos con ggplot2 y plotly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606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Capas, temas y gráficos interactivos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9718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1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el gráfico de barras de R base a ggplot2.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11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un ggplot como capas que se suman con +.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un gráfico interactivo con plotly.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aspecto de los gráficos desde la zona de pruebas.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F4ECF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C6</a:t>
            </a:r>
            <a:endParaRPr lang="en-US" sz="1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D87E5-8703-B3F1-202C-019405C6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FBCF84-BF0C-00DD-1115-ECF03D12DDA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(1)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E4D2BBF-BB0F-7CF4-3842-6325D6A2CD35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7EA7703-08D4-E6C4-4FDB-5B08F7881055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1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3082800-1689-F508-4C9C-8E0187A18BDD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barplot() a ggplot2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E750D06A-626A-4348-CA99-CE04C627A232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F3440954-5CFF-06C7-8641-E2E38BA6F847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gráfico de barras es el mismo de la Clase 5, pero ahora se arma con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geom_col()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título sigue saliendo de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input$titulo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ahora dentro de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pic>
        <p:nvPicPr>
          <p:cNvPr id="20" name="Picture 19" descr="m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1103295"/>
            <a:ext cx="4480560" cy="3234088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088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(2)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gráfico por capas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ED05ED1-CE50-06A2-178F-B4365671B18F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291722D-C809-2238-9939-339690D52438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ggplot(datos(), aes(...))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dice qué columna va en cada eje. </a:t>
            </a:r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geom_point()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dibuja los puntos. </a:t>
            </a:r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pone los títulos.</a:t>
            </a:r>
          </a:p>
          <a:p/>
          <a:p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aes(colour = region)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pinta cada región de un color y arma la leyenda sola.</a:t>
            </a:r>
          </a:p>
        </p:txBody>
      </p:sp>
      <p:pic>
        <p:nvPicPr>
          <p:cNvPr id="22" name="Picture 21" descr="m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1372803"/>
            <a:ext cx="4480560" cy="2695073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0E934-62F6-A5C9-E40F-E4BB9C11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8BE186-2227-0AEE-46BF-1738518AF7E2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(3)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D484EA3-17D5-DFDE-7FFB-391D9E546766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F346D48-99B4-78ED-CF54-DB6A3D402E26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61D826F-99A4-C802-E6F8-FA059D3291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interactivos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F33AC7BE-75B4-F8D4-43E0-87B7AD3B3F34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FEECB63-4CC8-9CA3-665B-7BF2CFCADD52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ggplotly(g)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convierte el ggplot en un gráfico web. En la UI va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plotlyOutput()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en el server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renderPlotly()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pasar el mouse aparece el departamento, y la barra de arriba permite hacer zoom.</a:t>
            </a:r>
            <a:endParaRPr lang="en-US" sz="1300" dirty="0"/>
          </a:p>
        </p:txBody>
      </p:sp>
      <p:pic>
        <p:nvPicPr>
          <p:cNvPr id="20" name="Picture 19" descr="m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1002230"/>
            <a:ext cx="4480560" cy="3436218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2165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FC2A5-84ED-4A29-64A9-81D23D5A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E0B84E-B772-A594-B980-A7B918F749C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(4)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584C834-90F2-8AA8-B328-3643E4CCE677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0787E2-7C7C-7A9C-ED72-1B8D5BA244E4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4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C2592C3-39BA-DB09-D0F1-BF73ED6DEC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aspecto, desde la zona de pruebas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DB729CB-A987-663A-1058-A842556E3C9E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0C1F140-6606-DACA-D829-EF5414EB787C}"/>
              </a:ext>
            </a:extLst>
          </p:cNvPr>
          <p:cNvSpPr txBox="1"/>
          <p:nvPr/>
        </p:nvSpPr>
        <p:spPr>
          <a:xfrm>
            <a:off x="647115" y="2880360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TEMA_GRAFICO &lt;- theme_classic()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cambia el fondo y los ejes de todos los gráficos.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PALETA_REGIONES &lt;- "Set1"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cambia los colores de las regiones.</a:t>
            </a:r>
            <a:endParaRPr lang="en-US" sz="1300" dirty="0"/>
          </a:p>
        </p:txBody>
      </p:sp>
      <p:pic>
        <p:nvPicPr>
          <p:cNvPr id="20" name="Picture 19" descr="m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1372803"/>
            <a:ext cx="4480560" cy="2695073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7206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Componentes 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observar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en la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replicación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library(ggplot2) y library(plotly)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instalan una vez con install.packages().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75751" y="160934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2911" y="162763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ggplot() y aes()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12911" y="189024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y qué columna va en cada eje.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geom_col() y geom_point()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y puntos.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75751" y="2267712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2911" y="228600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reorder()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12911" y="254861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los nombres según un valor.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labs()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y nombres de los ejes.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5751" y="292608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2911" y="294436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theme_minimal(), theme_classic()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12911" y="320698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aspecto general del gráfico.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ggplotly() y renderPlotly()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Vuelven interactivo un ggplot.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Código clave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3429000"/>
          </a:xfrm>
          <a:prstGeom prst="roundRect">
            <a:avLst>
              <a:gd name="adj" fmla="val 16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Barras con ggplot2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output$grafico &lt;- renderPlot({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ggplot(datos(), aes(x = emitidos, y = reorder(departamento, emitidos))) +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geom_col(fill = COLOR_PRINCIPAL) +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labs(title = input$titulo, x = "Votos emitidos", y = NULL) +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TEMA_GRAFICO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Dispersión interactiva con plotly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output$dispersion &lt;- renderPlotly({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 &lt;- ggplot(datos(), aes(x = participacion_pct, y = pct_frente_amplio,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colour = region, text = departamento)) +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geom_point(size = 4) +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TEMA_GRAFICO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ggplotly(g, tooltip = "text")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61646" y="327074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Próxima clase, la estética de la app.</a:t>
            </a:r>
            <a:endParaRPr lang="en-US" sz="30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DEF2027-0747-FA2E-1227-2DA6BFBD4726}"/>
              </a:ext>
            </a:extLst>
          </p:cNvPr>
          <p:cNvSpPr txBox="1"/>
          <p:nvPr/>
        </p:nvSpPr>
        <p:spPr>
          <a:xfrm>
            <a:off x="777240" y="147007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Ejercicio propuesto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76805F3-EB20-5347-6375-5560CC710DE1}"/>
              </a:ext>
            </a:extLst>
          </p:cNvPr>
          <p:cNvSpPr/>
          <p:nvPr/>
        </p:nvSpPr>
        <p:spPr>
          <a:xfrm>
            <a:off x="946053" y="2198334"/>
            <a:ext cx="6756009" cy="1670025"/>
          </a:xfrm>
          <a:prstGeom prst="roundRect">
            <a:avLst>
              <a:gd name="adj" fmla="val 2727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7E35F91-C4B0-63AC-AA54-9A7227871712}"/>
              </a:ext>
            </a:extLst>
          </p:cNvPr>
          <p:cNvSpPr txBox="1"/>
          <p:nvPr/>
        </p:nvSpPr>
        <p:spPr>
          <a:xfrm>
            <a:off x="1311813" y="2381214"/>
            <a:ext cx="6148727" cy="136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Agregá una pestaña con los puntos de participación contra el voto al Partido Nacional (pct_partido_nacional).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565</Words>
  <Application>Microsoft Office PowerPoint</Application>
  <PresentationFormat>On-screen Show (16:9)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· Interfaz de Usuario (UI)</dc:title>
  <dc:subject>PptxGenJS Presentation</dc:subject>
  <dc:creator>Curso Shiny · Udelar</dc:creator>
  <cp:lastModifiedBy>Nahuel Roel</cp:lastModifiedBy>
  <cp:revision>1</cp:revision>
  <dcterms:created xsi:type="dcterms:W3CDTF">2026-09-24T02:10:08Z</dcterms:created>
  <dcterms:modified xsi:type="dcterms:W3CDTF">2026-09-26T20:28:20Z</dcterms:modified>
</cp:coreProperties>
</file>