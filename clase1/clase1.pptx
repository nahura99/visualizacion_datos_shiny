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4" r:id="rId6"/>
    <p:sldId id="267" r:id="rId7"/>
    <p:sldId id="268" r:id="rId8"/>
    <p:sldId id="269" r:id="rId9"/>
    <p:sldId id="284" r:id="rId10"/>
    <p:sldId id="285" r:id="rId11"/>
    <p:sldId id="283" r:id="rId12"/>
    <p:sldId id="272" r:id="rId13"/>
    <p:sldId id="280" r:id="rId14"/>
    <p:sldId id="273" r:id="rId15"/>
    <p:sldId id="274" r:id="rId16"/>
    <p:sldId id="270" r:id="rId17"/>
    <p:sldId id="271" r:id="rId18"/>
    <p:sldId id="275" r:id="rId19"/>
    <p:sldId id="276" r:id="rId20"/>
    <p:sldId id="277" r:id="rId21"/>
    <p:sldId id="281" r:id="rId22"/>
    <p:sldId id="282" r:id="rId23"/>
    <p:sldId id="279" r:id="rId24"/>
    <p:sldId id="263"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0A4E"/>
    <a:srgbClr val="BDBDBD"/>
    <a:srgbClr val="FCECEC"/>
    <a:srgbClr val="FFCD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3002E2-C899-493A-AA5D-FA4E7F53845C}" v="10" dt="2026-10-23T20:19:18.0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huel Roel" userId="f57eb92d7f62e27b" providerId="LiveId" clId="{1698397B-2804-4513-BF38-7951CB4798F0}"/>
    <pc:docChg chg="undo custSel addSld delSld modSld sldOrd">
      <pc:chgData name="Nahuel Roel" userId="f57eb92d7f62e27b" providerId="LiveId" clId="{1698397B-2804-4513-BF38-7951CB4798F0}" dt="2026-10-23T22:03:28.768" v="4015" actId="1076"/>
      <pc:docMkLst>
        <pc:docMk/>
      </pc:docMkLst>
      <pc:sldChg chg="delSp modSp mod">
        <pc:chgData name="Nahuel Roel" userId="f57eb92d7f62e27b" providerId="LiveId" clId="{1698397B-2804-4513-BF38-7951CB4798F0}" dt="2026-09-26T18:39:44.890" v="3487" actId="1076"/>
        <pc:sldMkLst>
          <pc:docMk/>
          <pc:sldMk cId="0" sldId="256"/>
        </pc:sldMkLst>
        <pc:spChg chg="mod">
          <ac:chgData name="Nahuel Roel" userId="f57eb92d7f62e27b" providerId="LiveId" clId="{1698397B-2804-4513-BF38-7951CB4798F0}" dt="2026-09-26T17:37:39.692" v="251" actId="790"/>
          <ac:spMkLst>
            <pc:docMk/>
            <pc:sldMk cId="0" sldId="256"/>
            <ac:spMk id="2" creationId="{00000000-0000-0000-0000-000000000000}"/>
          </ac:spMkLst>
        </pc:spChg>
        <pc:spChg chg="mod">
          <ac:chgData name="Nahuel Roel" userId="f57eb92d7f62e27b" providerId="LiveId" clId="{1698397B-2804-4513-BF38-7951CB4798F0}" dt="2026-09-26T17:37:39.692" v="251" actId="790"/>
          <ac:spMkLst>
            <pc:docMk/>
            <pc:sldMk cId="0" sldId="256"/>
            <ac:spMk id="3" creationId="{00000000-0000-0000-0000-000000000000}"/>
          </ac:spMkLst>
        </pc:spChg>
        <pc:spChg chg="mod">
          <ac:chgData name="Nahuel Roel" userId="f57eb92d7f62e27b" providerId="LiveId" clId="{1698397B-2804-4513-BF38-7951CB4798F0}" dt="2026-09-26T17:37:39.692" v="251" actId="790"/>
          <ac:spMkLst>
            <pc:docMk/>
            <pc:sldMk cId="0" sldId="256"/>
            <ac:spMk id="4" creationId="{00000000-0000-0000-0000-000000000000}"/>
          </ac:spMkLst>
        </pc:spChg>
        <pc:spChg chg="mod">
          <ac:chgData name="Nahuel Roel" userId="f57eb92d7f62e27b" providerId="LiveId" clId="{1698397B-2804-4513-BF38-7951CB4798F0}" dt="2026-09-26T18:39:41.958" v="3486" actId="403"/>
          <ac:spMkLst>
            <pc:docMk/>
            <pc:sldMk cId="0" sldId="256"/>
            <ac:spMk id="6" creationId="{00000000-0000-0000-0000-000000000000}"/>
          </ac:spMkLst>
        </pc:spChg>
        <pc:spChg chg="mod">
          <ac:chgData name="Nahuel Roel" userId="f57eb92d7f62e27b" providerId="LiveId" clId="{1698397B-2804-4513-BF38-7951CB4798F0}" dt="2026-09-26T18:39:44.890" v="3487" actId="1076"/>
          <ac:spMkLst>
            <pc:docMk/>
            <pc:sldMk cId="0" sldId="256"/>
            <ac:spMk id="7" creationId="{00000000-0000-0000-0000-000000000000}"/>
          </ac:spMkLst>
        </pc:spChg>
      </pc:sldChg>
      <pc:sldChg chg="delSp modSp mod">
        <pc:chgData name="Nahuel Roel" userId="f57eb92d7f62e27b" providerId="LiveId" clId="{1698397B-2804-4513-BF38-7951CB4798F0}" dt="2026-10-23T20:11:23.326" v="3890" actId="478"/>
        <pc:sldMkLst>
          <pc:docMk/>
          <pc:sldMk cId="0" sldId="257"/>
        </pc:sldMkLst>
        <pc:spChg chg="del">
          <ac:chgData name="Nahuel Roel" userId="f57eb92d7f62e27b" providerId="LiveId" clId="{1698397B-2804-4513-BF38-7951CB4798F0}" dt="2026-09-26T17:30:59.592" v="8" actId="478"/>
          <ac:spMkLst>
            <pc:docMk/>
            <pc:sldMk cId="0" sldId="257"/>
            <ac:spMk id="3" creationId="{00000000-0000-0000-0000-000000000000}"/>
          </ac:spMkLst>
        </pc:spChg>
        <pc:spChg chg="mod">
          <ac:chgData name="Nahuel Roel" userId="f57eb92d7f62e27b" providerId="LiveId" clId="{1698397B-2804-4513-BF38-7951CB4798F0}" dt="2026-09-26T17:37:39.692" v="251" actId="790"/>
          <ac:spMkLst>
            <pc:docMk/>
            <pc:sldMk cId="0" sldId="257"/>
            <ac:spMk id="6" creationId="{00000000-0000-0000-0000-000000000000}"/>
          </ac:spMkLst>
        </pc:spChg>
        <pc:spChg chg="mod">
          <ac:chgData name="Nahuel Roel" userId="f57eb92d7f62e27b" providerId="LiveId" clId="{1698397B-2804-4513-BF38-7951CB4798F0}" dt="2026-09-26T17:37:39.692" v="251" actId="790"/>
          <ac:spMkLst>
            <pc:docMk/>
            <pc:sldMk cId="0" sldId="257"/>
            <ac:spMk id="7" creationId="{00000000-0000-0000-0000-000000000000}"/>
          </ac:spMkLst>
        </pc:spChg>
        <pc:spChg chg="mod">
          <ac:chgData name="Nahuel Roel" userId="f57eb92d7f62e27b" providerId="LiveId" clId="{1698397B-2804-4513-BF38-7951CB4798F0}" dt="2026-09-26T17:37:39.692" v="251" actId="790"/>
          <ac:spMkLst>
            <pc:docMk/>
            <pc:sldMk cId="0" sldId="257"/>
            <ac:spMk id="8" creationId="{00000000-0000-0000-0000-000000000000}"/>
          </ac:spMkLst>
        </pc:spChg>
        <pc:spChg chg="mod">
          <ac:chgData name="Nahuel Roel" userId="f57eb92d7f62e27b" providerId="LiveId" clId="{1698397B-2804-4513-BF38-7951CB4798F0}" dt="2026-09-26T17:33:22.012" v="70" actId="113"/>
          <ac:spMkLst>
            <pc:docMk/>
            <pc:sldMk cId="0" sldId="257"/>
            <ac:spMk id="10" creationId="{00000000-0000-0000-0000-000000000000}"/>
          </ac:spMkLst>
        </pc:spChg>
        <pc:spChg chg="mod">
          <ac:chgData name="Nahuel Roel" userId="f57eb92d7f62e27b" providerId="LiveId" clId="{1698397B-2804-4513-BF38-7951CB4798F0}" dt="2026-09-26T17:37:39.692" v="251" actId="790"/>
          <ac:spMkLst>
            <pc:docMk/>
            <pc:sldMk cId="0" sldId="257"/>
            <ac:spMk id="11" creationId="{00000000-0000-0000-0000-000000000000}"/>
          </ac:spMkLst>
        </pc:spChg>
        <pc:spChg chg="mod">
          <ac:chgData name="Nahuel Roel" userId="f57eb92d7f62e27b" providerId="LiveId" clId="{1698397B-2804-4513-BF38-7951CB4798F0}" dt="2026-09-26T17:37:39.692" v="251" actId="790"/>
          <ac:spMkLst>
            <pc:docMk/>
            <pc:sldMk cId="0" sldId="257"/>
            <ac:spMk id="12" creationId="{00000000-0000-0000-0000-000000000000}"/>
          </ac:spMkLst>
        </pc:spChg>
        <pc:spChg chg="mod">
          <ac:chgData name="Nahuel Roel" userId="f57eb92d7f62e27b" providerId="LiveId" clId="{1698397B-2804-4513-BF38-7951CB4798F0}" dt="2026-09-26T17:37:39.692" v="251" actId="790"/>
          <ac:spMkLst>
            <pc:docMk/>
            <pc:sldMk cId="0" sldId="257"/>
            <ac:spMk id="13" creationId="{00000000-0000-0000-0000-000000000000}"/>
          </ac:spMkLst>
        </pc:spChg>
        <pc:spChg chg="mod">
          <ac:chgData name="Nahuel Roel" userId="f57eb92d7f62e27b" providerId="LiveId" clId="{1698397B-2804-4513-BF38-7951CB4798F0}" dt="2026-09-26T17:37:39.692" v="251" actId="790"/>
          <ac:spMkLst>
            <pc:docMk/>
            <pc:sldMk cId="0" sldId="257"/>
            <ac:spMk id="14" creationId="{00000000-0000-0000-0000-000000000000}"/>
          </ac:spMkLst>
        </pc:spChg>
        <pc:spChg chg="mod">
          <ac:chgData name="Nahuel Roel" userId="f57eb92d7f62e27b" providerId="LiveId" clId="{1698397B-2804-4513-BF38-7951CB4798F0}" dt="2026-09-26T17:37:39.692" v="251" actId="790"/>
          <ac:spMkLst>
            <pc:docMk/>
            <pc:sldMk cId="0" sldId="257"/>
            <ac:spMk id="15" creationId="{00000000-0000-0000-0000-000000000000}"/>
          </ac:spMkLst>
        </pc:spChg>
        <pc:spChg chg="mod">
          <ac:chgData name="Nahuel Roel" userId="f57eb92d7f62e27b" providerId="LiveId" clId="{1698397B-2804-4513-BF38-7951CB4798F0}" dt="2026-10-23T20:11:15.114" v="3886" actId="6549"/>
          <ac:spMkLst>
            <pc:docMk/>
            <pc:sldMk cId="0" sldId="257"/>
            <ac:spMk id="16" creationId="{00000000-0000-0000-0000-000000000000}"/>
          </ac:spMkLst>
        </pc:spChg>
        <pc:spChg chg="del mod">
          <ac:chgData name="Nahuel Roel" userId="f57eb92d7f62e27b" providerId="LiveId" clId="{1698397B-2804-4513-BF38-7951CB4798F0}" dt="2026-09-26T17:31:47.652" v="35" actId="478"/>
          <ac:spMkLst>
            <pc:docMk/>
            <pc:sldMk cId="0" sldId="257"/>
            <ac:spMk id="17" creationId="{00000000-0000-0000-0000-000000000000}"/>
          </ac:spMkLst>
        </pc:spChg>
        <pc:spChg chg="mod">
          <ac:chgData name="Nahuel Roel" userId="f57eb92d7f62e27b" providerId="LiveId" clId="{1698397B-2804-4513-BF38-7951CB4798F0}" dt="2026-10-23T20:11:18.498" v="3887" actId="1076"/>
          <ac:spMkLst>
            <pc:docMk/>
            <pc:sldMk cId="0" sldId="257"/>
            <ac:spMk id="19" creationId="{00000000-0000-0000-0000-000000000000}"/>
          </ac:spMkLst>
        </pc:spChg>
        <pc:spChg chg="del">
          <ac:chgData name="Nahuel Roel" userId="f57eb92d7f62e27b" providerId="LiveId" clId="{1698397B-2804-4513-BF38-7951CB4798F0}" dt="2026-10-23T20:11:23.326" v="3890" actId="478"/>
          <ac:spMkLst>
            <pc:docMk/>
            <pc:sldMk cId="0" sldId="257"/>
            <ac:spMk id="20" creationId="{00000000-0000-0000-0000-000000000000}"/>
          </ac:spMkLst>
        </pc:spChg>
        <pc:spChg chg="del">
          <ac:chgData name="Nahuel Roel" userId="f57eb92d7f62e27b" providerId="LiveId" clId="{1698397B-2804-4513-BF38-7951CB4798F0}" dt="2026-10-23T20:11:22.748" v="3889" actId="478"/>
          <ac:spMkLst>
            <pc:docMk/>
            <pc:sldMk cId="0" sldId="257"/>
            <ac:spMk id="21" creationId="{00000000-0000-0000-0000-000000000000}"/>
          </ac:spMkLst>
        </pc:spChg>
        <pc:spChg chg="mod">
          <ac:chgData name="Nahuel Roel" userId="f57eb92d7f62e27b" providerId="LiveId" clId="{1698397B-2804-4513-BF38-7951CB4798F0}" dt="2026-10-23T20:11:20.209" v="3888" actId="1076"/>
          <ac:spMkLst>
            <pc:docMk/>
            <pc:sldMk cId="0" sldId="257"/>
            <ac:spMk id="22" creationId="{00000000-0000-0000-0000-000000000000}"/>
          </ac:spMkLst>
        </pc:spChg>
      </pc:sldChg>
      <pc:sldChg chg="delSp modSp mod">
        <pc:chgData name="Nahuel Roel" userId="f57eb92d7f62e27b" providerId="LiveId" clId="{1698397B-2804-4513-BF38-7951CB4798F0}" dt="2026-10-23T20:11:59.136" v="3950" actId="20577"/>
        <pc:sldMkLst>
          <pc:docMk/>
          <pc:sldMk cId="0" sldId="258"/>
        </pc:sldMkLst>
        <pc:spChg chg="mod">
          <ac:chgData name="Nahuel Roel" userId="f57eb92d7f62e27b" providerId="LiveId" clId="{1698397B-2804-4513-BF38-7951CB4798F0}" dt="2026-09-26T17:37:39.692" v="251" actId="790"/>
          <ac:spMkLst>
            <pc:docMk/>
            <pc:sldMk cId="0" sldId="258"/>
            <ac:spMk id="2" creationId="{00000000-0000-0000-0000-000000000000}"/>
          </ac:spMkLst>
        </pc:spChg>
        <pc:graphicFrameChg chg="mod modGraphic">
          <ac:chgData name="Nahuel Roel" userId="f57eb92d7f62e27b" providerId="LiveId" clId="{1698397B-2804-4513-BF38-7951CB4798F0}" dt="2026-10-23T20:11:59.136" v="3950" actId="20577"/>
          <ac:graphicFrameMkLst>
            <pc:docMk/>
            <pc:sldMk cId="0" sldId="258"/>
            <ac:graphicFrameMk id="5" creationId="{00000000-0000-0000-0000-000000000000}"/>
          </ac:graphicFrameMkLst>
        </pc:graphicFrameChg>
      </pc:sldChg>
      <pc:sldChg chg="addSp delSp modSp mod">
        <pc:chgData name="Nahuel Roel" userId="f57eb92d7f62e27b" providerId="LiveId" clId="{1698397B-2804-4513-BF38-7951CB4798F0}" dt="2026-09-26T17:49:47.731" v="2364" actId="14100"/>
        <pc:sldMkLst>
          <pc:docMk/>
          <pc:sldMk cId="0" sldId="259"/>
        </pc:sldMkLst>
        <pc:spChg chg="mod">
          <ac:chgData name="Nahuel Roel" userId="f57eb92d7f62e27b" providerId="LiveId" clId="{1698397B-2804-4513-BF38-7951CB4798F0}" dt="2026-09-26T17:37:33.846" v="250" actId="790"/>
          <ac:spMkLst>
            <pc:docMk/>
            <pc:sldMk cId="0" sldId="259"/>
            <ac:spMk id="2" creationId="{00000000-0000-0000-0000-000000000000}"/>
          </ac:spMkLst>
        </pc:spChg>
        <pc:spChg chg="mod">
          <ac:chgData name="Nahuel Roel" userId="f57eb92d7f62e27b" providerId="LiveId" clId="{1698397B-2804-4513-BF38-7951CB4798F0}" dt="2026-09-26T17:37:39.692" v="251" actId="790"/>
          <ac:spMkLst>
            <pc:docMk/>
            <pc:sldMk cId="0" sldId="259"/>
            <ac:spMk id="5" creationId="{00000000-0000-0000-0000-000000000000}"/>
          </ac:spMkLst>
        </pc:spChg>
        <pc:spChg chg="mod">
          <ac:chgData name="Nahuel Roel" userId="f57eb92d7f62e27b" providerId="LiveId" clId="{1698397B-2804-4513-BF38-7951CB4798F0}" dt="2026-09-26T17:37:39.692" v="251" actId="790"/>
          <ac:spMkLst>
            <pc:docMk/>
            <pc:sldMk cId="0" sldId="259"/>
            <ac:spMk id="7" creationId="{00000000-0000-0000-0000-000000000000}"/>
          </ac:spMkLst>
        </pc:spChg>
        <pc:spChg chg="mod">
          <ac:chgData name="Nahuel Roel" userId="f57eb92d7f62e27b" providerId="LiveId" clId="{1698397B-2804-4513-BF38-7951CB4798F0}" dt="2026-09-26T17:37:16.078" v="249" actId="20577"/>
          <ac:spMkLst>
            <pc:docMk/>
            <pc:sldMk cId="0" sldId="259"/>
            <ac:spMk id="8" creationId="{00000000-0000-0000-0000-000000000000}"/>
          </ac:spMkLst>
        </pc:spChg>
        <pc:spChg chg="mod">
          <ac:chgData name="Nahuel Roel" userId="f57eb92d7f62e27b" providerId="LiveId" clId="{1698397B-2804-4513-BF38-7951CB4798F0}" dt="2026-09-26T17:38:26.890" v="449" actId="6549"/>
          <ac:spMkLst>
            <pc:docMk/>
            <pc:sldMk cId="0" sldId="259"/>
            <ac:spMk id="9" creationId="{00000000-0000-0000-0000-000000000000}"/>
          </ac:spMkLst>
        </pc:spChg>
        <pc:spChg chg="mod">
          <ac:chgData name="Nahuel Roel" userId="f57eb92d7f62e27b" providerId="LiveId" clId="{1698397B-2804-4513-BF38-7951CB4798F0}" dt="2026-09-26T17:37:39.692" v="251" actId="790"/>
          <ac:spMkLst>
            <pc:docMk/>
            <pc:sldMk cId="0" sldId="259"/>
            <ac:spMk id="10" creationId="{00000000-0000-0000-0000-000000000000}"/>
          </ac:spMkLst>
        </pc:spChg>
        <pc:spChg chg="mod">
          <ac:chgData name="Nahuel Roel" userId="f57eb92d7f62e27b" providerId="LiveId" clId="{1698397B-2804-4513-BF38-7951CB4798F0}" dt="2026-09-26T17:38:48.302" v="489" actId="20577"/>
          <ac:spMkLst>
            <pc:docMk/>
            <pc:sldMk cId="0" sldId="259"/>
            <ac:spMk id="13" creationId="{00000000-0000-0000-0000-000000000000}"/>
          </ac:spMkLst>
        </pc:spChg>
        <pc:spChg chg="mod">
          <ac:chgData name="Nahuel Roel" userId="f57eb92d7f62e27b" providerId="LiveId" clId="{1698397B-2804-4513-BF38-7951CB4798F0}" dt="2026-09-26T17:47:47.121" v="1825" actId="20577"/>
          <ac:spMkLst>
            <pc:docMk/>
            <pc:sldMk cId="0" sldId="259"/>
            <ac:spMk id="14" creationId="{00000000-0000-0000-0000-000000000000}"/>
          </ac:spMkLst>
        </pc:spChg>
        <pc:spChg chg="mod">
          <ac:chgData name="Nahuel Roel" userId="f57eb92d7f62e27b" providerId="LiveId" clId="{1698397B-2804-4513-BF38-7951CB4798F0}" dt="2026-09-26T17:49:47.731" v="2364" actId="14100"/>
          <ac:spMkLst>
            <pc:docMk/>
            <pc:sldMk cId="0" sldId="259"/>
            <ac:spMk id="15" creationId="{00000000-0000-0000-0000-000000000000}"/>
          </ac:spMkLst>
        </pc:spChg>
        <pc:spChg chg="mod">
          <ac:chgData name="Nahuel Roel" userId="f57eb92d7f62e27b" providerId="LiveId" clId="{1698397B-2804-4513-BF38-7951CB4798F0}" dt="2026-09-26T17:37:39.692" v="251" actId="790"/>
          <ac:spMkLst>
            <pc:docMk/>
            <pc:sldMk cId="0" sldId="259"/>
            <ac:spMk id="17" creationId="{00000000-0000-0000-0000-000000000000}"/>
          </ac:spMkLst>
        </pc:spChg>
        <pc:spChg chg="mod">
          <ac:chgData name="Nahuel Roel" userId="f57eb92d7f62e27b" providerId="LiveId" clId="{1698397B-2804-4513-BF38-7951CB4798F0}" dt="2026-09-26T17:47:57.894" v="1847" actId="20577"/>
          <ac:spMkLst>
            <pc:docMk/>
            <pc:sldMk cId="0" sldId="259"/>
            <ac:spMk id="18" creationId="{00000000-0000-0000-0000-000000000000}"/>
          </ac:spMkLst>
        </pc:spChg>
        <pc:spChg chg="mod">
          <ac:chgData name="Nahuel Roel" userId="f57eb92d7f62e27b" providerId="LiveId" clId="{1698397B-2804-4513-BF38-7951CB4798F0}" dt="2026-09-26T17:48:34.120" v="2063" actId="20577"/>
          <ac:spMkLst>
            <pc:docMk/>
            <pc:sldMk cId="0" sldId="259"/>
            <ac:spMk id="19" creationId="{00000000-0000-0000-0000-000000000000}"/>
          </ac:spMkLst>
        </pc:spChg>
        <pc:spChg chg="mod">
          <ac:chgData name="Nahuel Roel" userId="f57eb92d7f62e27b" providerId="LiveId" clId="{1698397B-2804-4513-BF38-7951CB4798F0}" dt="2026-09-26T17:49:41.368" v="2361" actId="14100"/>
          <ac:spMkLst>
            <pc:docMk/>
            <pc:sldMk cId="0" sldId="259"/>
            <ac:spMk id="20" creationId="{00000000-0000-0000-0000-000000000000}"/>
          </ac:spMkLst>
        </pc:spChg>
        <pc:spChg chg="mod">
          <ac:chgData name="Nahuel Roel" userId="f57eb92d7f62e27b" providerId="LiveId" clId="{1698397B-2804-4513-BF38-7951CB4798F0}" dt="2026-09-26T17:37:39.692" v="251" actId="790"/>
          <ac:spMkLst>
            <pc:docMk/>
            <pc:sldMk cId="0" sldId="259"/>
            <ac:spMk id="22" creationId="{00000000-0000-0000-0000-000000000000}"/>
          </ac:spMkLst>
        </pc:spChg>
        <pc:spChg chg="mod">
          <ac:chgData name="Nahuel Roel" userId="f57eb92d7f62e27b" providerId="LiveId" clId="{1698397B-2804-4513-BF38-7951CB4798F0}" dt="2026-09-26T17:48:44.584" v="2083" actId="20577"/>
          <ac:spMkLst>
            <pc:docMk/>
            <pc:sldMk cId="0" sldId="259"/>
            <ac:spMk id="23" creationId="{00000000-0000-0000-0000-000000000000}"/>
          </ac:spMkLst>
        </pc:spChg>
        <pc:spChg chg="mod">
          <ac:chgData name="Nahuel Roel" userId="f57eb92d7f62e27b" providerId="LiveId" clId="{1698397B-2804-4513-BF38-7951CB4798F0}" dt="2026-09-26T17:49:38.105" v="2360" actId="20577"/>
          <ac:spMkLst>
            <pc:docMk/>
            <pc:sldMk cId="0" sldId="259"/>
            <ac:spMk id="24" creationId="{00000000-0000-0000-0000-000000000000}"/>
          </ac:spMkLst>
        </pc:spChg>
        <pc:spChg chg="add mod">
          <ac:chgData name="Nahuel Roel" userId="f57eb92d7f62e27b" providerId="LiveId" clId="{1698397B-2804-4513-BF38-7951CB4798F0}" dt="2026-09-26T17:47:14.070" v="1622" actId="20577"/>
          <ac:spMkLst>
            <pc:docMk/>
            <pc:sldMk cId="0" sldId="259"/>
            <ac:spMk id="26" creationId="{EA336320-F194-88DF-612C-B932A3945FD6}"/>
          </ac:spMkLst>
        </pc:spChg>
      </pc:sldChg>
      <pc:sldChg chg="delSp modSp mod">
        <pc:chgData name="Nahuel Roel" userId="f57eb92d7f62e27b" providerId="LiveId" clId="{1698397B-2804-4513-BF38-7951CB4798F0}" dt="2026-09-26T19:05:44.831" v="3536"/>
        <pc:sldMkLst>
          <pc:docMk/>
          <pc:sldMk cId="0" sldId="263"/>
        </pc:sldMkLst>
        <pc:spChg chg="mod">
          <ac:chgData name="Nahuel Roel" userId="f57eb92d7f62e27b" providerId="LiveId" clId="{1698397B-2804-4513-BF38-7951CB4798F0}" dt="2026-09-26T19:05:44.831" v="3536"/>
          <ac:spMkLst>
            <pc:docMk/>
            <pc:sldMk cId="0" sldId="263"/>
            <ac:spMk id="3" creationId="{00000000-0000-0000-0000-000000000000}"/>
          </ac:spMkLst>
        </pc:spChg>
      </pc:sldChg>
      <pc:sldChg chg="addSp delSp modSp add mod">
        <pc:chgData name="Nahuel Roel" userId="f57eb92d7f62e27b" providerId="LiveId" clId="{1698397B-2804-4513-BF38-7951CB4798F0}" dt="2026-09-26T17:46:18.434" v="1552" actId="1076"/>
        <pc:sldMkLst>
          <pc:docMk/>
          <pc:sldMk cId="2241413046" sldId="264"/>
        </pc:sldMkLst>
        <pc:spChg chg="mod">
          <ac:chgData name="Nahuel Roel" userId="f57eb92d7f62e27b" providerId="LiveId" clId="{1698397B-2804-4513-BF38-7951CB4798F0}" dt="2026-09-26T17:46:18.434" v="1552" actId="1076"/>
          <ac:spMkLst>
            <pc:docMk/>
            <pc:sldMk cId="2241413046" sldId="264"/>
            <ac:spMk id="2" creationId="{CA5FB64A-223F-F627-6E58-9363C7C407B0}"/>
          </ac:spMkLst>
        </pc:spChg>
        <pc:spChg chg="mod">
          <ac:chgData name="Nahuel Roel" userId="f57eb92d7f62e27b" providerId="LiveId" clId="{1698397B-2804-4513-BF38-7951CB4798F0}" dt="2026-09-26T17:39:53.770" v="512" actId="207"/>
          <ac:spMkLst>
            <pc:docMk/>
            <pc:sldMk cId="2241413046" sldId="264"/>
            <ac:spMk id="5" creationId="{751BE1EB-D37B-672A-B008-CB4D648C771C}"/>
          </ac:spMkLst>
        </pc:spChg>
        <pc:spChg chg="mod">
          <ac:chgData name="Nahuel Roel" userId="f57eb92d7f62e27b" providerId="LiveId" clId="{1698397B-2804-4513-BF38-7951CB4798F0}" dt="2026-09-26T17:40:17.143" v="518" actId="207"/>
          <ac:spMkLst>
            <pc:docMk/>
            <pc:sldMk cId="2241413046" sldId="264"/>
            <ac:spMk id="6" creationId="{1E288EA8-81BD-1A46-1F15-39403DD62A62}"/>
          </ac:spMkLst>
        </pc:spChg>
        <pc:spChg chg="mod">
          <ac:chgData name="Nahuel Roel" userId="f57eb92d7f62e27b" providerId="LiveId" clId="{1698397B-2804-4513-BF38-7951CB4798F0}" dt="2026-09-26T17:40:33.250" v="521" actId="1076"/>
          <ac:spMkLst>
            <pc:docMk/>
            <pc:sldMk cId="2241413046" sldId="264"/>
            <ac:spMk id="7" creationId="{AF8A8EF1-DB9D-D56C-4818-42B70576A704}"/>
          </ac:spMkLst>
        </pc:spChg>
        <pc:spChg chg="mod">
          <ac:chgData name="Nahuel Roel" userId="f57eb92d7f62e27b" providerId="LiveId" clId="{1698397B-2804-4513-BF38-7951CB4798F0}" dt="2026-09-26T17:40:54.586" v="554" actId="20577"/>
          <ac:spMkLst>
            <pc:docMk/>
            <pc:sldMk cId="2241413046" sldId="264"/>
            <ac:spMk id="8" creationId="{1A69F726-CD79-8BE5-260B-77FAE7D01142}"/>
          </ac:spMkLst>
        </pc:spChg>
        <pc:spChg chg="mod">
          <ac:chgData name="Nahuel Roel" userId="f57eb92d7f62e27b" providerId="LiveId" clId="{1698397B-2804-4513-BF38-7951CB4798F0}" dt="2026-09-26T17:41:23.920" v="693" actId="20577"/>
          <ac:spMkLst>
            <pc:docMk/>
            <pc:sldMk cId="2241413046" sldId="264"/>
            <ac:spMk id="9" creationId="{80CF6034-7B96-F6E0-0A92-DF8178721BAC}"/>
          </ac:spMkLst>
        </pc:spChg>
        <pc:spChg chg="mod">
          <ac:chgData name="Nahuel Roel" userId="f57eb92d7f62e27b" providerId="LiveId" clId="{1698397B-2804-4513-BF38-7951CB4798F0}" dt="2026-09-26T17:39:53.770" v="512" actId="207"/>
          <ac:spMkLst>
            <pc:docMk/>
            <pc:sldMk cId="2241413046" sldId="264"/>
            <ac:spMk id="10" creationId="{A6C2977D-B146-9AD6-19E9-5DAF2D92D8BF}"/>
          </ac:spMkLst>
        </pc:spChg>
        <pc:spChg chg="mod">
          <ac:chgData name="Nahuel Roel" userId="f57eb92d7f62e27b" providerId="LiveId" clId="{1698397B-2804-4513-BF38-7951CB4798F0}" dt="2026-09-26T17:40:17.143" v="518" actId="207"/>
          <ac:spMkLst>
            <pc:docMk/>
            <pc:sldMk cId="2241413046" sldId="264"/>
            <ac:spMk id="11" creationId="{2ACEBB2C-865A-3E86-7A0B-D46CEE5CBE05}"/>
          </ac:spMkLst>
        </pc:spChg>
        <pc:spChg chg="mod">
          <ac:chgData name="Nahuel Roel" userId="f57eb92d7f62e27b" providerId="LiveId" clId="{1698397B-2804-4513-BF38-7951CB4798F0}" dt="2026-09-26T17:40:27.905" v="520" actId="1076"/>
          <ac:spMkLst>
            <pc:docMk/>
            <pc:sldMk cId="2241413046" sldId="264"/>
            <ac:spMk id="12" creationId="{74D36484-DC68-881E-0CB5-F424835F3F42}"/>
          </ac:spMkLst>
        </pc:spChg>
        <pc:spChg chg="mod">
          <ac:chgData name="Nahuel Roel" userId="f57eb92d7f62e27b" providerId="LiveId" clId="{1698397B-2804-4513-BF38-7951CB4798F0}" dt="2026-09-26T17:42:18.400" v="905" actId="20577"/>
          <ac:spMkLst>
            <pc:docMk/>
            <pc:sldMk cId="2241413046" sldId="264"/>
            <ac:spMk id="14" creationId="{77BDDB8E-5B0D-7BDD-6003-FFFD14E8CEC4}"/>
          </ac:spMkLst>
        </pc:spChg>
        <pc:spChg chg="mod">
          <ac:chgData name="Nahuel Roel" userId="f57eb92d7f62e27b" providerId="LiveId" clId="{1698397B-2804-4513-BF38-7951CB4798F0}" dt="2026-09-26T17:43:41.310" v="1213" actId="14100"/>
          <ac:spMkLst>
            <pc:docMk/>
            <pc:sldMk cId="2241413046" sldId="264"/>
            <ac:spMk id="15" creationId="{753D0E85-65F2-19E9-35EE-ADE1DA089466}"/>
          </ac:spMkLst>
        </pc:spChg>
        <pc:spChg chg="mod">
          <ac:chgData name="Nahuel Roel" userId="f57eb92d7f62e27b" providerId="LiveId" clId="{1698397B-2804-4513-BF38-7951CB4798F0}" dt="2026-09-26T17:40:17.143" v="518" actId="207"/>
          <ac:spMkLst>
            <pc:docMk/>
            <pc:sldMk cId="2241413046" sldId="264"/>
            <ac:spMk id="16" creationId="{BE75B6C3-146B-CFC6-E611-5269DE21A8DA}"/>
          </ac:spMkLst>
        </pc:spChg>
        <pc:spChg chg="mod">
          <ac:chgData name="Nahuel Roel" userId="f57eb92d7f62e27b" providerId="LiveId" clId="{1698397B-2804-4513-BF38-7951CB4798F0}" dt="2026-09-26T17:40:36.420" v="522" actId="1076"/>
          <ac:spMkLst>
            <pc:docMk/>
            <pc:sldMk cId="2241413046" sldId="264"/>
            <ac:spMk id="17" creationId="{97D3AD73-BCBA-1DAA-AA04-82F1C8FFCE41}"/>
          </ac:spMkLst>
        </pc:spChg>
        <pc:spChg chg="mod">
          <ac:chgData name="Nahuel Roel" userId="f57eb92d7f62e27b" providerId="LiveId" clId="{1698397B-2804-4513-BF38-7951CB4798F0}" dt="2026-09-26T17:42:44.714" v="950" actId="20577"/>
          <ac:spMkLst>
            <pc:docMk/>
            <pc:sldMk cId="2241413046" sldId="264"/>
            <ac:spMk id="18" creationId="{7F539897-D1CC-B24E-88C6-FC1D737355E0}"/>
          </ac:spMkLst>
        </pc:spChg>
        <pc:spChg chg="mod">
          <ac:chgData name="Nahuel Roel" userId="f57eb92d7f62e27b" providerId="LiveId" clId="{1698397B-2804-4513-BF38-7951CB4798F0}" dt="2026-09-26T17:43:36.247" v="1211" actId="20577"/>
          <ac:spMkLst>
            <pc:docMk/>
            <pc:sldMk cId="2241413046" sldId="264"/>
            <ac:spMk id="19" creationId="{C6292E9F-203E-BA6A-CAB2-C4EA88BB6D57}"/>
          </ac:spMkLst>
        </pc:spChg>
        <pc:spChg chg="mod">
          <ac:chgData name="Nahuel Roel" userId="f57eb92d7f62e27b" providerId="LiveId" clId="{1698397B-2804-4513-BF38-7951CB4798F0}" dt="2026-09-26T17:43:45.743" v="1214" actId="14100"/>
          <ac:spMkLst>
            <pc:docMk/>
            <pc:sldMk cId="2241413046" sldId="264"/>
            <ac:spMk id="20" creationId="{8E1CDE88-B422-5844-1EF9-3578602E8F92}"/>
          </ac:spMkLst>
        </pc:spChg>
        <pc:spChg chg="mod">
          <ac:chgData name="Nahuel Roel" userId="f57eb92d7f62e27b" providerId="LiveId" clId="{1698397B-2804-4513-BF38-7951CB4798F0}" dt="2026-09-26T17:40:17.143" v="518" actId="207"/>
          <ac:spMkLst>
            <pc:docMk/>
            <pc:sldMk cId="2241413046" sldId="264"/>
            <ac:spMk id="21" creationId="{F505CBD2-590D-4316-E2CE-480F1A94B113}"/>
          </ac:spMkLst>
        </pc:spChg>
        <pc:spChg chg="mod">
          <ac:chgData name="Nahuel Roel" userId="f57eb92d7f62e27b" providerId="LiveId" clId="{1698397B-2804-4513-BF38-7951CB4798F0}" dt="2026-09-26T17:40:21.353" v="519" actId="1076"/>
          <ac:spMkLst>
            <pc:docMk/>
            <pc:sldMk cId="2241413046" sldId="264"/>
            <ac:spMk id="22" creationId="{F8FBA41B-08AC-E88D-1553-CFF82C44A54C}"/>
          </ac:spMkLst>
        </pc:spChg>
        <pc:spChg chg="mod">
          <ac:chgData name="Nahuel Roel" userId="f57eb92d7f62e27b" providerId="LiveId" clId="{1698397B-2804-4513-BF38-7951CB4798F0}" dt="2026-09-26T17:46:18.034" v="1551" actId="20577"/>
          <ac:spMkLst>
            <pc:docMk/>
            <pc:sldMk cId="2241413046" sldId="264"/>
            <ac:spMk id="23" creationId="{2CDD7DD1-C182-0D54-8FB2-0706D65C7603}"/>
          </ac:spMkLst>
        </pc:spChg>
        <pc:spChg chg="mod">
          <ac:chgData name="Nahuel Roel" userId="f57eb92d7f62e27b" providerId="LiveId" clId="{1698397B-2804-4513-BF38-7951CB4798F0}" dt="2026-09-26T17:46:12.659" v="1550" actId="20577"/>
          <ac:spMkLst>
            <pc:docMk/>
            <pc:sldMk cId="2241413046" sldId="264"/>
            <ac:spMk id="24" creationId="{DF2ED5F2-590A-D352-C7B0-67D438F735E8}"/>
          </ac:spMkLst>
        </pc:spChg>
        <pc:spChg chg="add mod">
          <ac:chgData name="Nahuel Roel" userId="f57eb92d7f62e27b" providerId="LiveId" clId="{1698397B-2804-4513-BF38-7951CB4798F0}" dt="2026-09-26T17:41:50.273" v="732" actId="20577"/>
          <ac:spMkLst>
            <pc:docMk/>
            <pc:sldMk cId="2241413046" sldId="264"/>
            <ac:spMk id="25" creationId="{C1526F70-EC7D-11BD-29E7-71FC3783B1D9}"/>
          </ac:spMkLst>
        </pc:spChg>
      </pc:sldChg>
      <pc:sldChg chg="addSp delSp modSp add mod ord">
        <pc:chgData name="Nahuel Roel" userId="f57eb92d7f62e27b" providerId="LiveId" clId="{1698397B-2804-4513-BF38-7951CB4798F0}" dt="2026-10-23T20:14:36.721" v="3958"/>
        <pc:sldMkLst>
          <pc:docMk/>
          <pc:sldMk cId="2606275426" sldId="267"/>
        </pc:sldMkLst>
        <pc:spChg chg="mod">
          <ac:chgData name="Nahuel Roel" userId="f57eb92d7f62e27b" providerId="LiveId" clId="{1698397B-2804-4513-BF38-7951CB4798F0}" dt="2026-09-26T18:05:08.279" v="2687" actId="1076"/>
          <ac:spMkLst>
            <pc:docMk/>
            <pc:sldMk cId="2606275426" sldId="267"/>
            <ac:spMk id="5" creationId="{59E2B800-2BF2-CB03-7609-E5B5DBEDA847}"/>
          </ac:spMkLst>
        </pc:spChg>
        <pc:spChg chg="mod">
          <ac:chgData name="Nahuel Roel" userId="f57eb92d7f62e27b" providerId="LiveId" clId="{1698397B-2804-4513-BF38-7951CB4798F0}" dt="2026-09-26T18:05:06.906" v="2686" actId="6549"/>
          <ac:spMkLst>
            <pc:docMk/>
            <pc:sldMk cId="2606275426" sldId="267"/>
            <ac:spMk id="8" creationId="{911EF709-23FE-AC0B-9736-6E07B0771346}"/>
          </ac:spMkLst>
        </pc:spChg>
        <pc:spChg chg="mod">
          <ac:chgData name="Nahuel Roel" userId="f57eb92d7f62e27b" providerId="LiveId" clId="{1698397B-2804-4513-BF38-7951CB4798F0}" dt="2026-09-26T18:06:14.334" v="2715" actId="20577"/>
          <ac:spMkLst>
            <pc:docMk/>
            <pc:sldMk cId="2606275426" sldId="267"/>
            <ac:spMk id="9" creationId="{4D54D34D-9DD9-9550-96CA-F2CAFA18D8CA}"/>
          </ac:spMkLst>
        </pc:spChg>
        <pc:spChg chg="mod">
          <ac:chgData name="Nahuel Roel" userId="f57eb92d7f62e27b" providerId="LiveId" clId="{1698397B-2804-4513-BF38-7951CB4798F0}" dt="2026-09-26T18:08:29.599" v="2850" actId="6549"/>
          <ac:spMkLst>
            <pc:docMk/>
            <pc:sldMk cId="2606275426" sldId="267"/>
            <ac:spMk id="10" creationId="{77049FC0-9064-9756-D31B-1D1241163575}"/>
          </ac:spMkLst>
        </pc:spChg>
        <pc:spChg chg="add mod">
          <ac:chgData name="Nahuel Roel" userId="f57eb92d7f62e27b" providerId="LiveId" clId="{1698397B-2804-4513-BF38-7951CB4798F0}" dt="2026-09-26T18:05:17.944" v="2690" actId="20577"/>
          <ac:spMkLst>
            <pc:docMk/>
            <pc:sldMk cId="2606275426" sldId="267"/>
            <ac:spMk id="30" creationId="{994FC44D-912F-8344-2059-5F625BD3EBE6}"/>
          </ac:spMkLst>
        </pc:spChg>
        <pc:spChg chg="add mod">
          <ac:chgData name="Nahuel Roel" userId="f57eb92d7f62e27b" providerId="LiveId" clId="{1698397B-2804-4513-BF38-7951CB4798F0}" dt="2026-09-26T18:08:52.175" v="2857" actId="403"/>
          <ac:spMkLst>
            <pc:docMk/>
            <pc:sldMk cId="2606275426" sldId="267"/>
            <ac:spMk id="32" creationId="{A0941F1D-024F-FB2B-B58F-01FB43169692}"/>
          </ac:spMkLst>
        </pc:spChg>
      </pc:sldChg>
      <pc:sldChg chg="modSp add mod ord">
        <pc:chgData name="Nahuel Roel" userId="f57eb92d7f62e27b" providerId="LiveId" clId="{1698397B-2804-4513-BF38-7951CB4798F0}" dt="2026-10-23T20:14:37.723" v="3960"/>
        <pc:sldMkLst>
          <pc:docMk/>
          <pc:sldMk cId="3021253442" sldId="268"/>
        </pc:sldMkLst>
        <pc:spChg chg="mod">
          <ac:chgData name="Nahuel Roel" userId="f57eb92d7f62e27b" providerId="LiveId" clId="{1698397B-2804-4513-BF38-7951CB4798F0}" dt="2026-09-26T18:12:52.336" v="2968" actId="1076"/>
          <ac:spMkLst>
            <pc:docMk/>
            <pc:sldMk cId="3021253442" sldId="268"/>
            <ac:spMk id="5" creationId="{E1277F6B-7FB9-6B04-AF79-EC5F77EF7B3C}"/>
          </ac:spMkLst>
        </pc:spChg>
        <pc:spChg chg="mod">
          <ac:chgData name="Nahuel Roel" userId="f57eb92d7f62e27b" providerId="LiveId" clId="{1698397B-2804-4513-BF38-7951CB4798F0}" dt="2026-09-26T18:09:06.303" v="2860" actId="20577"/>
          <ac:spMkLst>
            <pc:docMk/>
            <pc:sldMk cId="3021253442" sldId="268"/>
            <ac:spMk id="7" creationId="{E2E2EF68-ECBB-EDF6-D622-5482773C2AF0}"/>
          </ac:spMkLst>
        </pc:spChg>
        <pc:spChg chg="mod">
          <ac:chgData name="Nahuel Roel" userId="f57eb92d7f62e27b" providerId="LiveId" clId="{1698397B-2804-4513-BF38-7951CB4798F0}" dt="2026-09-26T18:10:47.613" v="2900" actId="20577"/>
          <ac:spMkLst>
            <pc:docMk/>
            <pc:sldMk cId="3021253442" sldId="268"/>
            <ac:spMk id="8" creationId="{C1C4938B-1F01-5ADE-5294-89A01DFC2C1D}"/>
          </ac:spMkLst>
        </pc:spChg>
        <pc:spChg chg="mod">
          <ac:chgData name="Nahuel Roel" userId="f57eb92d7f62e27b" providerId="LiveId" clId="{1698397B-2804-4513-BF38-7951CB4798F0}" dt="2026-09-26T18:11:50.276" v="2962" actId="20577"/>
          <ac:spMkLst>
            <pc:docMk/>
            <pc:sldMk cId="3021253442" sldId="268"/>
            <ac:spMk id="9" creationId="{78A7C206-FBCF-D727-4F59-0089A1A8BFF7}"/>
          </ac:spMkLst>
        </pc:spChg>
        <pc:spChg chg="mod">
          <ac:chgData name="Nahuel Roel" userId="f57eb92d7f62e27b" providerId="LiveId" clId="{1698397B-2804-4513-BF38-7951CB4798F0}" dt="2026-09-26T18:12:55.853" v="2969"/>
          <ac:spMkLst>
            <pc:docMk/>
            <pc:sldMk cId="3021253442" sldId="268"/>
            <ac:spMk id="10" creationId="{F5B93431-23FA-B460-5DBF-9F571650620B}"/>
          </ac:spMkLst>
        </pc:spChg>
        <pc:spChg chg="mod">
          <ac:chgData name="Nahuel Roel" userId="f57eb92d7f62e27b" providerId="LiveId" clId="{1698397B-2804-4513-BF38-7951CB4798F0}" dt="2026-09-26T18:13:13.784" v="2970"/>
          <ac:spMkLst>
            <pc:docMk/>
            <pc:sldMk cId="3021253442" sldId="268"/>
            <ac:spMk id="32" creationId="{E1C61736-BE87-3589-401B-08F612377DAC}"/>
          </ac:spMkLst>
        </pc:spChg>
      </pc:sldChg>
      <pc:sldChg chg="addSp delSp modSp add mod ord">
        <pc:chgData name="Nahuel Roel" userId="f57eb92d7f62e27b" providerId="LiveId" clId="{1698397B-2804-4513-BF38-7951CB4798F0}" dt="2026-10-23T22:03:28.768" v="4015" actId="1076"/>
        <pc:sldMkLst>
          <pc:docMk/>
          <pc:sldMk cId="2287114499" sldId="269"/>
        </pc:sldMkLst>
        <pc:spChg chg="add mod">
          <ac:chgData name="Nahuel Roel" userId="f57eb92d7f62e27b" providerId="LiveId" clId="{1698397B-2804-4513-BF38-7951CB4798F0}" dt="2026-09-26T18:17:06.311" v="3006" actId="20577"/>
          <ac:spMkLst>
            <pc:docMk/>
            <pc:sldMk cId="2287114499" sldId="269"/>
            <ac:spMk id="4" creationId="{414B8CB4-5304-436B-891C-2E19C52A7B11}"/>
          </ac:spMkLst>
        </pc:spChg>
        <pc:spChg chg="mod">
          <ac:chgData name="Nahuel Roel" userId="f57eb92d7f62e27b" providerId="LiveId" clId="{1698397B-2804-4513-BF38-7951CB4798F0}" dt="2026-10-23T22:03:28.768" v="4015" actId="1076"/>
          <ac:spMkLst>
            <pc:docMk/>
            <pc:sldMk cId="2287114499" sldId="269"/>
            <ac:spMk id="5" creationId="{A43249B9-5FA7-2F35-B375-081EFB79BA5D}"/>
          </ac:spMkLst>
        </pc:spChg>
        <pc:spChg chg="mod">
          <ac:chgData name="Nahuel Roel" userId="f57eb92d7f62e27b" providerId="LiveId" clId="{1698397B-2804-4513-BF38-7951CB4798F0}" dt="2026-09-26T18:16:31.239" v="2977" actId="20577"/>
          <ac:spMkLst>
            <pc:docMk/>
            <pc:sldMk cId="2287114499" sldId="269"/>
            <ac:spMk id="7" creationId="{628DE0A0-4C18-0413-C401-8E58E2174A86}"/>
          </ac:spMkLst>
        </pc:spChg>
        <pc:spChg chg="mod">
          <ac:chgData name="Nahuel Roel" userId="f57eb92d7f62e27b" providerId="LiveId" clId="{1698397B-2804-4513-BF38-7951CB4798F0}" dt="2026-09-26T18:16:36.845" v="2990" actId="20577"/>
          <ac:spMkLst>
            <pc:docMk/>
            <pc:sldMk cId="2287114499" sldId="269"/>
            <ac:spMk id="8" creationId="{01125F25-23D4-B66D-3E30-D33E1CD4083F}"/>
          </ac:spMkLst>
        </pc:spChg>
        <pc:spChg chg="mod">
          <ac:chgData name="Nahuel Roel" userId="f57eb92d7f62e27b" providerId="LiveId" clId="{1698397B-2804-4513-BF38-7951CB4798F0}" dt="2026-09-26T18:17:51.245" v="3046" actId="20577"/>
          <ac:spMkLst>
            <pc:docMk/>
            <pc:sldMk cId="2287114499" sldId="269"/>
            <ac:spMk id="10" creationId="{3F05B35A-9777-E593-0FB8-3B4C0E641150}"/>
          </ac:spMkLst>
        </pc:spChg>
        <pc:spChg chg="mod">
          <ac:chgData name="Nahuel Roel" userId="f57eb92d7f62e27b" providerId="LiveId" clId="{1698397B-2804-4513-BF38-7951CB4798F0}" dt="2026-09-26T18:18:13.720" v="3052" actId="403"/>
          <ac:spMkLst>
            <pc:docMk/>
            <pc:sldMk cId="2287114499" sldId="269"/>
            <ac:spMk id="32" creationId="{B58D7D6D-E325-B664-4D1E-44F5A2B1A183}"/>
          </ac:spMkLst>
        </pc:spChg>
      </pc:sldChg>
      <pc:sldChg chg="delSp modSp add mod setBg">
        <pc:chgData name="Nahuel Roel" userId="f57eb92d7f62e27b" providerId="LiveId" clId="{1698397B-2804-4513-BF38-7951CB4798F0}" dt="2026-09-27T00:02:14.478" v="3872" actId="20577"/>
        <pc:sldMkLst>
          <pc:docMk/>
          <pc:sldMk cId="3901877764" sldId="270"/>
        </pc:sldMkLst>
        <pc:spChg chg="mod">
          <ac:chgData name="Nahuel Roel" userId="f57eb92d7f62e27b" providerId="LiveId" clId="{1698397B-2804-4513-BF38-7951CB4798F0}" dt="2026-09-26T18:34:52.986" v="3176" actId="20577"/>
          <ac:spMkLst>
            <pc:docMk/>
            <pc:sldMk cId="3901877764" sldId="270"/>
            <ac:spMk id="2" creationId="{88D3ACF3-B150-B335-2F68-0E72F7D93AA7}"/>
          </ac:spMkLst>
        </pc:spChg>
        <pc:spChg chg="mod">
          <ac:chgData name="Nahuel Roel" userId="f57eb92d7f62e27b" providerId="LiveId" clId="{1698397B-2804-4513-BF38-7951CB4798F0}" dt="2026-09-27T00:02:14.478" v="3872" actId="20577"/>
          <ac:spMkLst>
            <pc:docMk/>
            <pc:sldMk cId="3901877764" sldId="270"/>
            <ac:spMk id="6" creationId="{5DF983FE-53D9-DEAA-65C1-D3415B85244D}"/>
          </ac:spMkLst>
        </pc:spChg>
      </pc:sldChg>
      <pc:sldChg chg="addSp delSp modSp add mod">
        <pc:chgData name="Nahuel Roel" userId="f57eb92d7f62e27b" providerId="LiveId" clId="{1698397B-2804-4513-BF38-7951CB4798F0}" dt="2026-09-26T18:39:16.433" v="3480" actId="1076"/>
        <pc:sldMkLst>
          <pc:docMk/>
          <pc:sldMk cId="2543718561" sldId="271"/>
        </pc:sldMkLst>
        <pc:spChg chg="add del mod">
          <ac:chgData name="Nahuel Roel" userId="f57eb92d7f62e27b" providerId="LiveId" clId="{1698397B-2804-4513-BF38-7951CB4798F0}" dt="2026-09-26T18:39:15.512" v="3479" actId="1076"/>
          <ac:spMkLst>
            <pc:docMk/>
            <pc:sldMk cId="2543718561" sldId="271"/>
            <ac:spMk id="5" creationId="{42B39C4F-F6CB-7289-3796-A9349E70E62F}"/>
          </ac:spMkLst>
        </pc:spChg>
        <pc:picChg chg="add mod modCrop">
          <ac:chgData name="Nahuel Roel" userId="f57eb92d7f62e27b" providerId="LiveId" clId="{1698397B-2804-4513-BF38-7951CB4798F0}" dt="2026-09-26T18:39:16.433" v="3480" actId="1076"/>
          <ac:picMkLst>
            <pc:docMk/>
            <pc:sldMk cId="2543718561" sldId="271"/>
            <ac:picMk id="4" creationId="{FE7350AD-56A0-2E40-8E5D-B8E071AEABC2}"/>
          </ac:picMkLst>
        </pc:picChg>
      </pc:sldChg>
      <pc:sldChg chg="del">
        <pc:chgData name="Nahuel Roel" userId="f57eb92d7f62e27b" providerId="LiveId" clId="{1698397B-2804-4513-BF38-7951CB4798F0}" dt="2026-10-23T20:20:09.169" v="4014" actId="2696"/>
        <pc:sldMkLst>
          <pc:docMk/>
          <pc:sldMk cId="0" sldId="278"/>
        </pc:sldMkLst>
      </pc:sldChg>
      <pc:sldChg chg="modSp mod">
        <pc:chgData name="Nahuel Roel" userId="f57eb92d7f62e27b" providerId="LiveId" clId="{1698397B-2804-4513-BF38-7951CB4798F0}" dt="2026-10-23T20:19:50.259" v="4010" actId="20577"/>
        <pc:sldMkLst>
          <pc:docMk/>
          <pc:sldMk cId="0" sldId="281"/>
        </pc:sldMkLst>
        <pc:spChg chg="mod">
          <ac:chgData name="Nahuel Roel" userId="f57eb92d7f62e27b" providerId="LiveId" clId="{1698397B-2804-4513-BF38-7951CB4798F0}" dt="2026-10-23T20:19:50.259" v="4010" actId="20577"/>
          <ac:spMkLst>
            <pc:docMk/>
            <pc:sldMk cId="0" sldId="281"/>
            <ac:spMk id="2" creationId="{45FBCF84-BF0C-00DD-1115-ECF03D12DDA6}"/>
          </ac:spMkLst>
        </pc:spChg>
      </pc:sldChg>
      <pc:sldChg chg="modSp mod">
        <pc:chgData name="Nahuel Roel" userId="f57eb92d7f62e27b" providerId="LiveId" clId="{1698397B-2804-4513-BF38-7951CB4798F0}" dt="2026-10-23T20:19:55.941" v="4013" actId="20577"/>
        <pc:sldMkLst>
          <pc:docMk/>
          <pc:sldMk cId="0" sldId="282"/>
        </pc:sldMkLst>
        <pc:spChg chg="mod">
          <ac:chgData name="Nahuel Roel" userId="f57eb92d7f62e27b" providerId="LiveId" clId="{1698397B-2804-4513-BF38-7951CB4798F0}" dt="2026-10-23T20:19:55.941" v="4013" actId="20577"/>
          <ac:spMkLst>
            <pc:docMk/>
            <pc:sldMk cId="0" sldId="282"/>
            <ac:spMk id="2" creationId="{45FBCF84-BF0C-00DD-1115-ECF03D12DDA6}"/>
          </ac:spMkLst>
        </pc:spChg>
      </pc:sldChg>
      <pc:sldChg chg="addSp modSp mod ord">
        <pc:chgData name="Nahuel Roel" userId="f57eb92d7f62e27b" providerId="LiveId" clId="{1698397B-2804-4513-BF38-7951CB4798F0}" dt="2026-10-23T20:14:28.656" v="3952"/>
        <pc:sldMkLst>
          <pc:docMk/>
          <pc:sldMk cId="894793366" sldId="283"/>
        </pc:sldMkLst>
        <pc:spChg chg="add mod">
          <ac:chgData name="Nahuel Roel" userId="f57eb92d7f62e27b" providerId="LiveId" clId="{1698397B-2804-4513-BF38-7951CB4798F0}" dt="2026-10-19T17:00:15.322" v="3883" actId="20577"/>
          <ac:spMkLst>
            <pc:docMk/>
            <pc:sldMk cId="894793366" sldId="283"/>
            <ac:spMk id="4" creationId="{B2048075-558E-8BAE-6651-8A8B857B1C7D}"/>
          </ac:spMkLst>
        </pc:spChg>
        <pc:spChg chg="mod">
          <ac:chgData name="Nahuel Roel" userId="f57eb92d7f62e27b" providerId="LiveId" clId="{1698397B-2804-4513-BF38-7951CB4798F0}" dt="2026-10-19T17:00:16.823" v="3885" actId="20577"/>
          <ac:spMkLst>
            <pc:docMk/>
            <pc:sldMk cId="894793366" sldId="283"/>
            <ac:spMk id="32" creationId="{B7E58599-E4CA-0220-24EA-DE96732ADEA4}"/>
          </ac:spMkLst>
        </pc:spChg>
      </pc:sldChg>
      <pc:sldChg chg="delSp modSp add mod">
        <pc:chgData name="Nahuel Roel" userId="f57eb92d7f62e27b" providerId="LiveId" clId="{1698397B-2804-4513-BF38-7951CB4798F0}" dt="2026-10-23T20:17:37.104" v="3974" actId="1076"/>
        <pc:sldMkLst>
          <pc:docMk/>
          <pc:sldMk cId="403348991" sldId="284"/>
        </pc:sldMkLst>
        <pc:spChg chg="del">
          <ac:chgData name="Nahuel Roel" userId="f57eb92d7f62e27b" providerId="LiveId" clId="{1698397B-2804-4513-BF38-7951CB4798F0}" dt="2026-10-23T20:17:31.256" v="3972" actId="478"/>
          <ac:spMkLst>
            <pc:docMk/>
            <pc:sldMk cId="403348991" sldId="284"/>
            <ac:spMk id="4" creationId="{D26EFF03-223A-B1C5-7C1D-38472E867D1A}"/>
          </ac:spMkLst>
        </pc:spChg>
        <pc:spChg chg="mod">
          <ac:chgData name="Nahuel Roel" userId="f57eb92d7f62e27b" providerId="LiveId" clId="{1698397B-2804-4513-BF38-7951CB4798F0}" dt="2026-10-23T20:15:08.160" v="3964" actId="20577"/>
          <ac:spMkLst>
            <pc:docMk/>
            <pc:sldMk cId="403348991" sldId="284"/>
            <ac:spMk id="7" creationId="{1408EB34-4B6C-3B6C-9C92-ACE2E5EA0696}"/>
          </ac:spMkLst>
        </pc:spChg>
        <pc:spChg chg="mod">
          <ac:chgData name="Nahuel Roel" userId="f57eb92d7f62e27b" providerId="LiveId" clId="{1698397B-2804-4513-BF38-7951CB4798F0}" dt="2026-10-23T20:17:28.591" v="3971"/>
          <ac:spMkLst>
            <pc:docMk/>
            <pc:sldMk cId="403348991" sldId="284"/>
            <ac:spMk id="8" creationId="{DB5AF91D-9364-F81E-737D-8586BD9B8612}"/>
          </ac:spMkLst>
        </pc:spChg>
        <pc:spChg chg="mod">
          <ac:chgData name="Nahuel Roel" userId="f57eb92d7f62e27b" providerId="LiveId" clId="{1698397B-2804-4513-BF38-7951CB4798F0}" dt="2026-10-23T20:17:33.804" v="3973" actId="1076"/>
          <ac:spMkLst>
            <pc:docMk/>
            <pc:sldMk cId="403348991" sldId="284"/>
            <ac:spMk id="10" creationId="{1730D29D-1880-2668-BE08-C7164AF0A796}"/>
          </ac:spMkLst>
        </pc:spChg>
        <pc:spChg chg="mod">
          <ac:chgData name="Nahuel Roel" userId="f57eb92d7f62e27b" providerId="LiveId" clId="{1698397B-2804-4513-BF38-7951CB4798F0}" dt="2026-10-23T20:17:37.104" v="3974" actId="1076"/>
          <ac:spMkLst>
            <pc:docMk/>
            <pc:sldMk cId="403348991" sldId="284"/>
            <ac:spMk id="32" creationId="{6080B46F-7A07-AD45-1056-1DAB0F38AB9D}"/>
          </ac:spMkLst>
        </pc:spChg>
      </pc:sldChg>
      <pc:sldChg chg="delSp modSp add mod">
        <pc:chgData name="Nahuel Roel" userId="f57eb92d7f62e27b" providerId="LiveId" clId="{1698397B-2804-4513-BF38-7951CB4798F0}" dt="2026-10-23T20:19:22.597" v="4007" actId="1076"/>
        <pc:sldMkLst>
          <pc:docMk/>
          <pc:sldMk cId="908977423" sldId="285"/>
        </pc:sldMkLst>
        <pc:spChg chg="del">
          <ac:chgData name="Nahuel Roel" userId="f57eb92d7f62e27b" providerId="LiveId" clId="{1698397B-2804-4513-BF38-7951CB4798F0}" dt="2026-10-23T20:17:56.454" v="4003" actId="478"/>
          <ac:spMkLst>
            <pc:docMk/>
            <pc:sldMk cId="908977423" sldId="285"/>
            <ac:spMk id="4" creationId="{EF3040AB-4C64-F61E-9F86-7C19C4B471FF}"/>
          </ac:spMkLst>
        </pc:spChg>
        <pc:spChg chg="mod">
          <ac:chgData name="Nahuel Roel" userId="f57eb92d7f62e27b" providerId="LiveId" clId="{1698397B-2804-4513-BF38-7951CB4798F0}" dt="2026-10-23T20:17:40.169" v="3976" actId="6549"/>
          <ac:spMkLst>
            <pc:docMk/>
            <pc:sldMk cId="908977423" sldId="285"/>
            <ac:spMk id="7" creationId="{DD149729-DB23-88D0-8AF7-7AE81D41E23C}"/>
          </ac:spMkLst>
        </pc:spChg>
        <pc:spChg chg="mod">
          <ac:chgData name="Nahuel Roel" userId="f57eb92d7f62e27b" providerId="LiveId" clId="{1698397B-2804-4513-BF38-7951CB4798F0}" dt="2026-10-23T20:17:52.468" v="4002" actId="20577"/>
          <ac:spMkLst>
            <pc:docMk/>
            <pc:sldMk cId="908977423" sldId="285"/>
            <ac:spMk id="8" creationId="{791A7990-2029-4EF3-F914-E97B14045AD4}"/>
          </ac:spMkLst>
        </pc:spChg>
        <pc:spChg chg="mod">
          <ac:chgData name="Nahuel Roel" userId="f57eb92d7f62e27b" providerId="LiveId" clId="{1698397B-2804-4513-BF38-7951CB4798F0}" dt="2026-10-23T20:19:18.094" v="4006"/>
          <ac:spMkLst>
            <pc:docMk/>
            <pc:sldMk cId="908977423" sldId="285"/>
            <ac:spMk id="10" creationId="{E072864D-C1EE-3228-E8C8-328C9F221432}"/>
          </ac:spMkLst>
        </pc:spChg>
        <pc:spChg chg="mod">
          <ac:chgData name="Nahuel Roel" userId="f57eb92d7f62e27b" providerId="LiveId" clId="{1698397B-2804-4513-BF38-7951CB4798F0}" dt="2026-10-23T20:19:22.597" v="4007" actId="1076"/>
          <ac:spMkLst>
            <pc:docMk/>
            <pc:sldMk cId="908977423" sldId="285"/>
            <ac:spMk id="32" creationId="{2453C363-0932-8162-25AE-4E43E6AA4D03}"/>
          </ac:spMkLst>
        </pc:spChg>
      </pc:sldChg>
    </pc:docChg>
  </pc:docChgLst>
  <pc:docChgLst>
    <pc:chgData name="Nahuel Roel" userId="f57eb92d7f62e27b" providerId="LiveId" clId="{FBA21D36-C460-42D2-B883-A1153B3C8AF6}"/>
    <pc:docChg chg="custSel addSld modSld">
      <pc:chgData name="Nahuel Roel" userId="f57eb92d7f62e27b" providerId="LiveId" clId="{FBA21D36-C460-42D2-B883-A1153B3C8AF6}" dt="2026-10-18T22:53:55.555" v="96" actId="1076"/>
      <pc:docMkLst>
        <pc:docMk/>
      </pc:docMkLst>
      <pc:sldChg chg="addSp delSp modSp add mod">
        <pc:chgData name="Nahuel Roel" userId="f57eb92d7f62e27b" providerId="LiveId" clId="{FBA21D36-C460-42D2-B883-A1153B3C8AF6}" dt="2026-10-18T22:53:55.555" v="96" actId="1076"/>
        <pc:sldMkLst>
          <pc:docMk/>
          <pc:sldMk cId="894793366" sldId="283"/>
        </pc:sldMkLst>
        <pc:spChg chg="mod">
          <ac:chgData name="Nahuel Roel" userId="f57eb92d7f62e27b" providerId="LiveId" clId="{FBA21D36-C460-42D2-B883-A1153B3C8AF6}" dt="2026-10-18T22:52:42.974" v="40"/>
          <ac:spMkLst>
            <pc:docMk/>
            <pc:sldMk cId="894793366" sldId="283"/>
            <ac:spMk id="2" creationId="{740D0576-CF0B-D304-5830-00968DA6E68F}"/>
          </ac:spMkLst>
        </pc:spChg>
        <pc:spChg chg="mod">
          <ac:chgData name="Nahuel Roel" userId="f57eb92d7f62e27b" providerId="LiveId" clId="{FBA21D36-C460-42D2-B883-A1153B3C8AF6}" dt="2026-10-18T22:51:56.017" v="2" actId="6549"/>
          <ac:spMkLst>
            <pc:docMk/>
            <pc:sldMk cId="894793366" sldId="283"/>
            <ac:spMk id="7" creationId="{BE7799E2-891C-E080-AF62-6365687F53CD}"/>
          </ac:spMkLst>
        </pc:spChg>
        <pc:spChg chg="mod">
          <ac:chgData name="Nahuel Roel" userId="f57eb92d7f62e27b" providerId="LiveId" clId="{FBA21D36-C460-42D2-B883-A1153B3C8AF6}" dt="2026-10-18T22:53:09.061" v="87" actId="404"/>
          <ac:spMkLst>
            <pc:docMk/>
            <pc:sldMk cId="894793366" sldId="283"/>
            <ac:spMk id="8" creationId="{A09DC744-6EDD-3786-3D96-786DF242C174}"/>
          </ac:spMkLst>
        </pc:spChg>
        <pc:spChg chg="mod">
          <ac:chgData name="Nahuel Roel" userId="f57eb92d7f62e27b" providerId="LiveId" clId="{FBA21D36-C460-42D2-B883-A1153B3C8AF6}" dt="2026-10-18T22:53:55.555" v="96" actId="1076"/>
          <ac:spMkLst>
            <pc:docMk/>
            <pc:sldMk cId="894793366" sldId="283"/>
            <ac:spMk id="32" creationId="{B7E58599-E4CA-0220-24EA-DE96732ADEA4}"/>
          </ac:spMkLst>
        </pc:spChg>
        <pc:picChg chg="add mod">
          <ac:chgData name="Nahuel Roel" userId="f57eb92d7f62e27b" providerId="LiveId" clId="{FBA21D36-C460-42D2-B883-A1153B3C8AF6}" dt="2026-10-18T22:53:50.856" v="95" actId="1076"/>
          <ac:picMkLst>
            <pc:docMk/>
            <pc:sldMk cId="894793366" sldId="283"/>
            <ac:picMk id="9" creationId="{E38B869B-A34C-7776-39FB-D2F254A1FBF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3651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36D25-0085-B28C-3474-55D863C16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41B5EE-78E1-7019-818A-C3E2ADF4CBC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6EDF66D-A3C8-BC43-8C3E-EFC1A278D5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13AD37-152B-FF51-4894-7D7B93732994}"/>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554795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F8AB2-C61B-56B8-319F-3E043D2D4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A872DC-F090-D801-C6F8-EBA26BD2D45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512B354-AF76-412D-6168-C92E47DD86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985D7F-4BCB-78B5-9436-C2EE9715778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278450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F611B-3DD6-EE60-4E28-ED49B1E56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8345-3E07-1F6B-5A3F-B54999C441D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A73E2CB-1043-1532-44A0-489917D69B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E9871C-8873-23F8-7F74-02A7513D9DD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88164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84B00-689D-2EEE-4E87-A5D6287C3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C93225-D887-55E7-C2BA-E7950BCF090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BF66ABE-75EC-DA05-5D54-BA64529208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E2F6B0-F11E-D19A-C1B9-D32DE28CEB52}"/>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8367914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44815-D8FB-E7D0-5E36-8DFD7C8F9B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CE216A-BCC9-EDAD-62C1-1C77E623CE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023C89E-13F5-8D45-BF9B-BB3846AB8E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6E56E7-AB7A-0ADF-099D-0A4ECD4208F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83167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DDA59-B865-255D-20A8-A4C058C556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188DFE-0659-0B93-9076-80B6D8CB5C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2A14772-F22B-BA32-339F-7C4B0FCD40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33BB58-0AD1-8537-555B-9D33124634F5}"/>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923594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A62BE-28DF-4FB9-0494-FD55C2494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72931-AFCE-1426-00B0-336C2337E0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B9934A9-7AB2-60A3-A402-6C8E547B6A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C718C3-106C-8882-4235-130E13433727}"/>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6869408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B3A09-33FF-90A6-5FC9-41FDAE1290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AEDA0-7BF8-5188-AB18-D6B02676AF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ACC5253-480B-AC6B-5E5D-E7DE34BFFD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A53F5D-8839-48E8-54F8-D49B9BF4B74E}"/>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6521045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537AC-A2B0-C61B-5A3F-104D653237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BAC826-E705-8511-74EA-D31A86C1A0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3BC965D-AADF-5255-09E4-C50CE3B56C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2403EC-2034-649C-ADFB-401BC5BFEE5F}"/>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512244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bancodedatos-fcs.shinyapps.io/OMIF-UNICEF/"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nahuelroel.shinyapps.io/ObservatorioDA/"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bancodedatos-fcs.shinyapps.io/Mirador-DESCA-app/"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calcula-salarios-fcs.streamlit.app/"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fabricio-carneiro-correccion-fcea.share.connect.posit.cloud/"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nahuelroel-cursoshiny.share.connect.posit.cloud/"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hyperlink" Target="https://nahuelroel.shinyapps.io/CursoShiny/" TargetMode="Externa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forms.gle/fBNWZZm4eD2N7DDw9"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0A4E"/>
        </a:solidFill>
        <a:effectLst/>
      </p:bgPr>
    </p:bg>
    <p:spTree>
      <p:nvGrpSpPr>
        <p:cNvPr id="1" name=""/>
        <p:cNvGrpSpPr/>
        <p:nvPr/>
      </p:nvGrpSpPr>
      <p:grpSpPr>
        <a:xfrm>
          <a:off x="0" y="0"/>
          <a:ext cx="0" cy="0"/>
          <a:chOff x="0" y="0"/>
          <a:chExt cx="0" cy="0"/>
        </a:xfrm>
      </p:grpSpPr>
      <p:sp>
        <p:nvSpPr>
          <p:cNvPr id="2" name="Shape 0"/>
          <p:cNvSpPr/>
          <p:nvPr/>
        </p:nvSpPr>
        <p:spPr>
          <a:xfrm>
            <a:off x="822960" y="685800"/>
            <a:ext cx="7498080" cy="3749040"/>
          </a:xfrm>
          <a:prstGeom prst="roundRect">
            <a:avLst>
              <a:gd name="adj" fmla="val 1951"/>
            </a:avLst>
          </a:prstGeom>
          <a:solidFill>
            <a:srgbClr val="FFFFFF"/>
          </a:solidFill>
          <a:ln w="12700">
            <a:solidFill>
              <a:srgbClr val="FFFFFF"/>
            </a:solidFill>
            <a:prstDash val="solid"/>
          </a:ln>
        </p:spPr>
        <p:txBody>
          <a:bodyPr/>
          <a:lstStyle/>
          <a:p>
            <a:endParaRPr lang="es-UY" noProof="0" dirty="0"/>
          </a:p>
        </p:txBody>
      </p:sp>
      <p:sp>
        <p:nvSpPr>
          <p:cNvPr id="3" name="Text 1"/>
          <p:cNvSpPr txBox="1"/>
          <p:nvPr/>
        </p:nvSpPr>
        <p:spPr>
          <a:xfrm>
            <a:off x="1188720" y="960120"/>
            <a:ext cx="6766560" cy="365760"/>
          </a:xfrm>
          <a:prstGeom prst="rect">
            <a:avLst/>
          </a:prstGeom>
          <a:noFill/>
          <a:ln/>
        </p:spPr>
        <p:txBody>
          <a:bodyPr wrap="square" lIns="0" tIns="0" rIns="0" bIns="0" rtlCol="0" anchor="ctr"/>
          <a:lstStyle/>
          <a:p>
            <a:pPr marL="0" indent="0">
              <a:buNone/>
            </a:pPr>
            <a:r>
              <a:rPr lang="es-UY" sz="1600" noProof="0" dirty="0">
                <a:solidFill>
                  <a:srgbClr val="9D4EDD"/>
                </a:solidFill>
                <a:latin typeface="Oswald" pitchFamily="34" charset="0"/>
                <a:ea typeface="Oswald" pitchFamily="34" charset="-122"/>
                <a:cs typeface="Oswald" pitchFamily="34" charset="-120"/>
              </a:rPr>
              <a:t>Clase 1 de 7</a:t>
            </a:r>
            <a:endParaRPr lang="es-UY" sz="1600" noProof="0" dirty="0"/>
          </a:p>
        </p:txBody>
      </p:sp>
      <p:sp>
        <p:nvSpPr>
          <p:cNvPr id="4" name="Text 2"/>
          <p:cNvSpPr txBox="1"/>
          <p:nvPr/>
        </p:nvSpPr>
        <p:spPr>
          <a:xfrm>
            <a:off x="1188720" y="1371600"/>
            <a:ext cx="6766560" cy="1005840"/>
          </a:xfrm>
          <a:prstGeom prst="rect">
            <a:avLst/>
          </a:prstGeom>
          <a:noFill/>
          <a:ln/>
        </p:spPr>
        <p:txBody>
          <a:bodyPr wrap="square" lIns="0" tIns="0" rIns="0" bIns="0" rtlCol="0" anchor="t"/>
          <a:lstStyle/>
          <a:p>
            <a:pPr marL="0" indent="0">
              <a:buNone/>
            </a:pPr>
            <a:r>
              <a:rPr lang="es-UY" sz="2800" b="1" noProof="0" dirty="0">
                <a:solidFill>
                  <a:srgbClr val="2E0A4E"/>
                </a:solidFill>
                <a:latin typeface="Oswald" pitchFamily="34" charset="0"/>
                <a:ea typeface="Oswald" pitchFamily="34" charset="-122"/>
                <a:cs typeface="Oswald" pitchFamily="34" charset="-120"/>
              </a:rPr>
              <a:t>Presentación del curso y primeros pasos</a:t>
            </a:r>
            <a:endParaRPr lang="es-UY" sz="3400" noProof="0" dirty="0"/>
          </a:p>
        </p:txBody>
      </p:sp>
      <p:sp>
        <p:nvSpPr>
          <p:cNvPr id="6" name="Text 4"/>
          <p:cNvSpPr txBox="1"/>
          <p:nvPr/>
        </p:nvSpPr>
        <p:spPr>
          <a:xfrm>
            <a:off x="1188720" y="2446021"/>
            <a:ext cx="6766560" cy="320040"/>
          </a:xfrm>
          <a:prstGeom prst="rect">
            <a:avLst/>
          </a:prstGeom>
          <a:noFill/>
          <a:ln/>
        </p:spPr>
        <p:txBody>
          <a:bodyPr wrap="square" lIns="0" tIns="0" rIns="0" bIns="0" rtlCol="0" anchor="ctr"/>
          <a:lstStyle/>
          <a:p>
            <a:pPr marL="0" indent="0">
              <a:buNone/>
            </a:pPr>
            <a:r>
              <a:rPr lang="es-UY" sz="2400" noProof="0" dirty="0">
                <a:solidFill>
                  <a:srgbClr val="5A189A"/>
                </a:solidFill>
                <a:latin typeface="Calibri" pitchFamily="34" charset="0"/>
                <a:ea typeface="Calibri" pitchFamily="34" charset="-122"/>
                <a:cs typeface="Calibri" pitchFamily="34" charset="-120"/>
              </a:rPr>
              <a:t>Visualización interactiva de datos con R y Shiny</a:t>
            </a:r>
            <a:endParaRPr lang="es-UY" sz="2400" noProof="0" dirty="0"/>
          </a:p>
        </p:txBody>
      </p:sp>
      <p:sp>
        <p:nvSpPr>
          <p:cNvPr id="7" name="Text 5"/>
          <p:cNvSpPr txBox="1"/>
          <p:nvPr/>
        </p:nvSpPr>
        <p:spPr>
          <a:xfrm>
            <a:off x="1188720" y="2786281"/>
            <a:ext cx="6766560" cy="274320"/>
          </a:xfrm>
          <a:prstGeom prst="rect">
            <a:avLst/>
          </a:prstGeom>
          <a:noFill/>
          <a:ln/>
        </p:spPr>
        <p:txBody>
          <a:bodyPr wrap="square" lIns="0" tIns="0" rIns="0" bIns="0" rtlCol="0" anchor="ctr"/>
          <a:lstStyle/>
          <a:p>
            <a:pPr marL="0" indent="0">
              <a:buNone/>
            </a:pPr>
            <a:r>
              <a:rPr lang="es-UY" sz="1000" noProof="0" dirty="0">
                <a:solidFill>
                  <a:srgbClr val="888888"/>
                </a:solidFill>
                <a:latin typeface="Calibri" pitchFamily="34" charset="0"/>
                <a:ea typeface="Calibri" pitchFamily="34" charset="-122"/>
                <a:cs typeface="Calibri" pitchFamily="34" charset="-120"/>
              </a:rPr>
              <a:t>Facultad de Ciencias Sociales · Educación Permanente</a:t>
            </a:r>
            <a:endParaRPr lang="es-UY" sz="10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502920" y="320040"/>
            <a:ext cx="7040880" cy="640080"/>
          </a:xfrm>
          <a:prstGeom prst="rect">
            <a:avLst/>
          </a:prstGeom>
          <a:noFill/>
          <a:ln/>
        </p:spPr>
        <p:txBody>
          <a:bodyPr wrap="square" lIns="0" tIns="0" rIns="0" bIns="0" rtlCol="0" anchor="ctr"/>
          <a:lstStyle/>
          <a:p>
            <a:pPr marL="0" indent="0">
              <a:buNone/>
            </a:pPr>
            <a:r>
              <a:rPr lang="es-UY" sz="3000" b="1" noProof="0" dirty="0">
                <a:solidFill>
                  <a:srgbClr val="2E0A4E"/>
                </a:solidFill>
                <a:latin typeface="Oswald" pitchFamily="34" charset="0"/>
                <a:ea typeface="Oswald" pitchFamily="34" charset="-122"/>
                <a:cs typeface="Oswald" pitchFamily="34" charset="-120"/>
              </a:rPr>
              <a:t>Objetivos – Clase 1</a:t>
            </a:r>
            <a:endParaRPr lang="es-UY" sz="3000" noProof="0" dirty="0"/>
          </a:p>
        </p:txBody>
      </p:sp>
      <p:sp>
        <p:nvSpPr>
          <p:cNvPr id="4" name="Text 2"/>
          <p:cNvSpPr txBox="1"/>
          <p:nvPr/>
        </p:nvSpPr>
        <p:spPr>
          <a:xfrm>
            <a:off x="502920" y="4759452"/>
            <a:ext cx="8138160" cy="228600"/>
          </a:xfrm>
          <a:prstGeom prst="rect">
            <a:avLst/>
          </a:prstGeom>
          <a:noFill/>
          <a:ln/>
        </p:spPr>
        <p:txBody>
          <a:bodyPr wrap="square" lIns="0" tIns="0" rIns="0" bIns="0" rtlCol="0" anchor="ctr"/>
          <a:lstStyle/>
          <a:p>
            <a:pPr marL="0" indent="0">
              <a:buNone/>
            </a:pPr>
            <a:r>
              <a:rPr lang="es-UY" sz="900" noProof="0" dirty="0">
                <a:solidFill>
                  <a:srgbClr val="999999"/>
                </a:solidFill>
                <a:latin typeface="Calibri" pitchFamily="34" charset="0"/>
                <a:ea typeface="Calibri" pitchFamily="34" charset="-122"/>
                <a:cs typeface="Calibri" pitchFamily="34" charset="-120"/>
              </a:rPr>
              <a:t>Visualización interactiva de datos con R y Shiny · Udelar</a:t>
            </a:r>
            <a:endParaRPr lang="es-UY" sz="900" noProof="0" dirty="0"/>
          </a:p>
        </p:txBody>
      </p:sp>
      <p:sp>
        <p:nvSpPr>
          <p:cNvPr id="5" name="Shape 3"/>
          <p:cNvSpPr/>
          <p:nvPr/>
        </p:nvSpPr>
        <p:spPr>
          <a:xfrm>
            <a:off x="502920" y="1188720"/>
            <a:ext cx="457200" cy="457200"/>
          </a:xfrm>
          <a:prstGeom prst="ellipse">
            <a:avLst/>
          </a:prstGeom>
          <a:solidFill>
            <a:srgbClr val="5A189A"/>
          </a:solidFill>
          <a:ln w="12700">
            <a:solidFill>
              <a:srgbClr val="5A189A"/>
            </a:solidFill>
            <a:prstDash val="solid"/>
          </a:ln>
        </p:spPr>
        <p:txBody>
          <a:bodyPr/>
          <a:lstStyle/>
          <a:p>
            <a:endParaRPr lang="es-UY" noProof="0" dirty="0"/>
          </a:p>
        </p:txBody>
      </p:sp>
      <p:sp>
        <p:nvSpPr>
          <p:cNvPr id="6" name="Text 4"/>
          <p:cNvSpPr txBox="1"/>
          <p:nvPr/>
        </p:nvSpPr>
        <p:spPr>
          <a:xfrm>
            <a:off x="502920" y="1188720"/>
            <a:ext cx="457200" cy="457200"/>
          </a:xfrm>
          <a:prstGeom prst="rect">
            <a:avLst/>
          </a:prstGeom>
          <a:noFill/>
          <a:ln/>
        </p:spPr>
        <p:txBody>
          <a:bodyPr wrap="square" lIns="0" tIns="0" rIns="0" bIns="0" rtlCol="0" anchor="ctr"/>
          <a:lstStyle/>
          <a:p>
            <a:pPr marL="0" indent="0" algn="ctr">
              <a:buNone/>
            </a:pPr>
            <a:r>
              <a:rPr lang="es-UY" sz="1600" b="1" noProof="0" dirty="0">
                <a:solidFill>
                  <a:srgbClr val="FFFFFF"/>
                </a:solidFill>
                <a:latin typeface="Oswald" pitchFamily="34" charset="0"/>
                <a:ea typeface="Oswald" pitchFamily="34" charset="-122"/>
                <a:cs typeface="Oswald" pitchFamily="34" charset="-120"/>
              </a:rPr>
              <a:t>1</a:t>
            </a:r>
            <a:endParaRPr lang="es-UY" sz="1600" noProof="0" dirty="0"/>
          </a:p>
        </p:txBody>
      </p:sp>
      <p:sp>
        <p:nvSpPr>
          <p:cNvPr id="7" name="Text 5"/>
          <p:cNvSpPr txBox="1"/>
          <p:nvPr/>
        </p:nvSpPr>
        <p:spPr>
          <a:xfrm>
            <a:off x="1188720" y="1143000"/>
            <a:ext cx="5120640" cy="548640"/>
          </a:xfrm>
          <a:prstGeom prst="rect">
            <a:avLst/>
          </a:prstGeom>
          <a:noFill/>
          <a:ln/>
        </p:spPr>
        <p:txBody>
          <a:bodyPr wrap="square" lIns="0" tIns="0" rIns="0" bIns="0" rtlCol="0" anchor="ctr"/>
          <a:lstStyle/>
          <a:p>
            <a:pPr marL="0" indent="0">
              <a:buNone/>
            </a:pPr>
            <a:r>
              <a:rPr lang="es-UY" sz="1500" noProof="0" dirty="0">
                <a:solidFill>
                  <a:srgbClr val="2E0A4E"/>
                </a:solidFill>
                <a:latin typeface="Calibri" pitchFamily="34" charset="0"/>
                <a:ea typeface="Calibri" pitchFamily="34" charset="-122"/>
                <a:cs typeface="Calibri" pitchFamily="34" charset="-120"/>
              </a:rPr>
              <a:t>Conocer el programa, la dinámica de taller y la evaluación.</a:t>
            </a:r>
            <a:endParaRPr lang="es-UY" sz="1500" noProof="0" dirty="0"/>
          </a:p>
        </p:txBody>
      </p:sp>
      <p:sp>
        <p:nvSpPr>
          <p:cNvPr id="8" name="Shape 6"/>
          <p:cNvSpPr/>
          <p:nvPr/>
        </p:nvSpPr>
        <p:spPr>
          <a:xfrm>
            <a:off x="502920" y="1752600"/>
            <a:ext cx="457200" cy="457200"/>
          </a:xfrm>
          <a:prstGeom prst="ellipse">
            <a:avLst/>
          </a:prstGeom>
          <a:solidFill>
            <a:srgbClr val="5A189A"/>
          </a:solidFill>
          <a:ln w="12700">
            <a:solidFill>
              <a:srgbClr val="5A189A"/>
            </a:solidFill>
            <a:prstDash val="solid"/>
          </a:ln>
        </p:spPr>
        <p:txBody>
          <a:bodyPr/>
          <a:lstStyle/>
          <a:p>
            <a:endParaRPr lang="es-UY" noProof="0" dirty="0"/>
          </a:p>
        </p:txBody>
      </p:sp>
      <p:sp>
        <p:nvSpPr>
          <p:cNvPr id="9" name="Text 7"/>
          <p:cNvSpPr txBox="1"/>
          <p:nvPr/>
        </p:nvSpPr>
        <p:spPr>
          <a:xfrm>
            <a:off x="502920" y="1752600"/>
            <a:ext cx="457200" cy="457200"/>
          </a:xfrm>
          <a:prstGeom prst="rect">
            <a:avLst/>
          </a:prstGeom>
          <a:noFill/>
          <a:ln/>
        </p:spPr>
        <p:txBody>
          <a:bodyPr wrap="square" lIns="0" tIns="0" rIns="0" bIns="0" rtlCol="0" anchor="ctr"/>
          <a:lstStyle/>
          <a:p>
            <a:pPr marL="0" indent="0" algn="ctr">
              <a:buNone/>
            </a:pPr>
            <a:r>
              <a:rPr lang="es-UY" sz="1600" b="1" noProof="0" dirty="0">
                <a:solidFill>
                  <a:srgbClr val="FFFFFF"/>
                </a:solidFill>
                <a:latin typeface="Oswald" pitchFamily="34" charset="0"/>
                <a:ea typeface="Oswald" pitchFamily="34" charset="-122"/>
                <a:cs typeface="Oswald" pitchFamily="34" charset="-120"/>
              </a:rPr>
              <a:t>2</a:t>
            </a:r>
            <a:endParaRPr lang="es-UY" sz="1600" noProof="0" dirty="0"/>
          </a:p>
        </p:txBody>
      </p:sp>
      <p:sp>
        <p:nvSpPr>
          <p:cNvPr id="10" name="Text 8"/>
          <p:cNvSpPr txBox="1"/>
          <p:nvPr/>
        </p:nvSpPr>
        <p:spPr>
          <a:xfrm>
            <a:off x="1188720" y="1706880"/>
            <a:ext cx="5120640" cy="548640"/>
          </a:xfrm>
          <a:prstGeom prst="rect">
            <a:avLst/>
          </a:prstGeom>
          <a:noFill/>
          <a:ln/>
        </p:spPr>
        <p:txBody>
          <a:bodyPr wrap="square" lIns="0" tIns="0" rIns="0" bIns="0" rtlCol="0" anchor="ctr"/>
          <a:lstStyle/>
          <a:p>
            <a:pPr marL="0" indent="0">
              <a:buNone/>
            </a:pPr>
            <a:r>
              <a:rPr lang="es-UY" sz="1500" noProof="0" dirty="0">
                <a:solidFill>
                  <a:srgbClr val="2E0A4E"/>
                </a:solidFill>
                <a:latin typeface="Calibri" pitchFamily="34" charset="0"/>
                <a:ea typeface="Calibri" pitchFamily="34" charset="-122"/>
                <a:cs typeface="Calibri" pitchFamily="34" charset="-120"/>
              </a:rPr>
              <a:t>Ver Shinys ya desplegadas para entender qué se puede hacer con la herramienta.</a:t>
            </a:r>
            <a:endParaRPr lang="es-UY" sz="1500" noProof="0" dirty="0"/>
          </a:p>
        </p:txBody>
      </p:sp>
      <p:sp>
        <p:nvSpPr>
          <p:cNvPr id="11" name="Shape 9"/>
          <p:cNvSpPr/>
          <p:nvPr/>
        </p:nvSpPr>
        <p:spPr>
          <a:xfrm>
            <a:off x="502920" y="2316480"/>
            <a:ext cx="457200" cy="457200"/>
          </a:xfrm>
          <a:prstGeom prst="ellipse">
            <a:avLst/>
          </a:prstGeom>
          <a:solidFill>
            <a:srgbClr val="5A189A"/>
          </a:solidFill>
          <a:ln w="12700">
            <a:solidFill>
              <a:srgbClr val="5A189A"/>
            </a:solidFill>
            <a:prstDash val="solid"/>
          </a:ln>
        </p:spPr>
        <p:txBody>
          <a:bodyPr/>
          <a:lstStyle/>
          <a:p>
            <a:endParaRPr lang="es-UY" noProof="0" dirty="0"/>
          </a:p>
        </p:txBody>
      </p:sp>
      <p:sp>
        <p:nvSpPr>
          <p:cNvPr id="12" name="Text 10"/>
          <p:cNvSpPr txBox="1"/>
          <p:nvPr/>
        </p:nvSpPr>
        <p:spPr>
          <a:xfrm>
            <a:off x="502920" y="2316480"/>
            <a:ext cx="457200" cy="457200"/>
          </a:xfrm>
          <a:prstGeom prst="rect">
            <a:avLst/>
          </a:prstGeom>
          <a:noFill/>
          <a:ln/>
        </p:spPr>
        <p:txBody>
          <a:bodyPr wrap="square" lIns="0" tIns="0" rIns="0" bIns="0" rtlCol="0" anchor="ctr"/>
          <a:lstStyle/>
          <a:p>
            <a:pPr marL="0" indent="0" algn="ctr">
              <a:buNone/>
            </a:pPr>
            <a:r>
              <a:rPr lang="es-UY" sz="1600" b="1" noProof="0" dirty="0">
                <a:solidFill>
                  <a:srgbClr val="FFFFFF"/>
                </a:solidFill>
                <a:latin typeface="Oswald" pitchFamily="34" charset="0"/>
                <a:ea typeface="Oswald" pitchFamily="34" charset="-122"/>
                <a:cs typeface="Oswald" pitchFamily="34" charset="-120"/>
              </a:rPr>
              <a:t>3</a:t>
            </a:r>
            <a:endParaRPr lang="es-UY" sz="1600" noProof="0" dirty="0"/>
          </a:p>
        </p:txBody>
      </p:sp>
      <p:sp>
        <p:nvSpPr>
          <p:cNvPr id="13" name="Text 11"/>
          <p:cNvSpPr txBox="1"/>
          <p:nvPr/>
        </p:nvSpPr>
        <p:spPr>
          <a:xfrm>
            <a:off x="1188720" y="2270760"/>
            <a:ext cx="5120640" cy="548640"/>
          </a:xfrm>
          <a:prstGeom prst="rect">
            <a:avLst/>
          </a:prstGeom>
          <a:noFill/>
          <a:ln/>
        </p:spPr>
        <p:txBody>
          <a:bodyPr wrap="square" lIns="0" tIns="0" rIns="0" bIns="0" rtlCol="0" anchor="ctr"/>
          <a:lstStyle/>
          <a:p>
            <a:pPr marL="0" indent="0">
              <a:buNone/>
            </a:pPr>
            <a:r>
              <a:rPr lang="es-UY" sz="1500" noProof="0" dirty="0">
                <a:solidFill>
                  <a:srgbClr val="2E0A4E"/>
                </a:solidFill>
                <a:latin typeface="Calibri" pitchFamily="34" charset="0"/>
                <a:ea typeface="Calibri" pitchFamily="34" charset="-122"/>
                <a:cs typeface="Calibri" pitchFamily="34" charset="-120"/>
              </a:rPr>
              <a:t>Dejar R, RStudio y los paquetes instalados, y trabajar dentro de un proyecto.</a:t>
            </a:r>
            <a:endParaRPr lang="es-UY" sz="1500" noProof="0" dirty="0"/>
          </a:p>
        </p:txBody>
      </p:sp>
      <p:sp>
        <p:nvSpPr>
          <p:cNvPr id="14" name="Shape 12"/>
          <p:cNvSpPr/>
          <p:nvPr/>
        </p:nvSpPr>
        <p:spPr>
          <a:xfrm>
            <a:off x="502920" y="2880360"/>
            <a:ext cx="457200" cy="457200"/>
          </a:xfrm>
          <a:prstGeom prst="ellipse">
            <a:avLst/>
          </a:prstGeom>
          <a:solidFill>
            <a:srgbClr val="5A189A"/>
          </a:solidFill>
          <a:ln w="12700">
            <a:solidFill>
              <a:srgbClr val="5A189A"/>
            </a:solidFill>
            <a:prstDash val="solid"/>
          </a:ln>
        </p:spPr>
        <p:txBody>
          <a:bodyPr/>
          <a:lstStyle/>
          <a:p>
            <a:endParaRPr lang="es-UY" noProof="0" dirty="0"/>
          </a:p>
        </p:txBody>
      </p:sp>
      <p:sp>
        <p:nvSpPr>
          <p:cNvPr id="15" name="Text 13"/>
          <p:cNvSpPr txBox="1"/>
          <p:nvPr/>
        </p:nvSpPr>
        <p:spPr>
          <a:xfrm>
            <a:off x="502920" y="2880360"/>
            <a:ext cx="457200" cy="457200"/>
          </a:xfrm>
          <a:prstGeom prst="rect">
            <a:avLst/>
          </a:prstGeom>
          <a:noFill/>
          <a:ln/>
        </p:spPr>
        <p:txBody>
          <a:bodyPr wrap="square" lIns="0" tIns="0" rIns="0" bIns="0" rtlCol="0" anchor="ctr"/>
          <a:lstStyle/>
          <a:p>
            <a:pPr marL="0" indent="0" algn="ctr">
              <a:buNone/>
            </a:pPr>
            <a:r>
              <a:rPr lang="es-UY" sz="1600" b="1" noProof="0" dirty="0">
                <a:solidFill>
                  <a:srgbClr val="FFFFFF"/>
                </a:solidFill>
                <a:latin typeface="Oswald" pitchFamily="34" charset="0"/>
                <a:ea typeface="Oswald" pitchFamily="34" charset="-122"/>
                <a:cs typeface="Oswald" pitchFamily="34" charset="-120"/>
              </a:rPr>
              <a:t>4</a:t>
            </a:r>
            <a:endParaRPr lang="es-UY" sz="1600" noProof="0" dirty="0"/>
          </a:p>
        </p:txBody>
      </p:sp>
      <p:sp>
        <p:nvSpPr>
          <p:cNvPr id="16" name="Text 14"/>
          <p:cNvSpPr txBox="1"/>
          <p:nvPr/>
        </p:nvSpPr>
        <p:spPr>
          <a:xfrm>
            <a:off x="1188720" y="2834640"/>
            <a:ext cx="5120640" cy="548640"/>
          </a:xfrm>
          <a:prstGeom prst="rect">
            <a:avLst/>
          </a:prstGeom>
          <a:noFill/>
          <a:ln/>
        </p:spPr>
        <p:txBody>
          <a:bodyPr wrap="square" lIns="0" tIns="0" rIns="0" bIns="0" rtlCol="0" anchor="ctr"/>
          <a:lstStyle/>
          <a:p>
            <a:pPr marL="0" indent="0">
              <a:buNone/>
            </a:pPr>
            <a:endParaRPr lang="es-UY" sz="1500" noProof="0" dirty="0"/>
          </a:p>
        </p:txBody>
      </p:sp>
      <p:sp>
        <p:nvSpPr>
          <p:cNvPr id="17" name="Shape 12"/>
          <p:cNvSpPr/>
          <p:nvPr/>
        </p:nvSpPr>
        <p:spPr>
          <a:xfrm>
            <a:off x="502920" y="3444240"/>
            <a:ext cx="457200" cy="457200"/>
          </a:xfrm>
          <a:prstGeom prst="ellipse">
            <a:avLst/>
          </a:prstGeom>
          <a:solidFill>
            <a:srgbClr val="5A189A"/>
          </a:solidFill>
          <a:ln w="12700">
            <a:solidFill>
              <a:srgbClr val="5A189A"/>
            </a:solidFill>
            <a:prstDash val="solid"/>
          </a:ln>
        </p:spPr>
        <p:txBody>
          <a:bodyPr/>
          <a:lstStyle/>
          <a:p>
            <a:endParaRPr lang="es-UY" noProof="0" dirty="0"/>
          </a:p>
        </p:txBody>
      </p:sp>
      <p:sp>
        <p:nvSpPr>
          <p:cNvPr id="18" name="Text 13"/>
          <p:cNvSpPr txBox="1"/>
          <p:nvPr/>
        </p:nvSpPr>
        <p:spPr>
          <a:xfrm>
            <a:off x="502920" y="3444240"/>
            <a:ext cx="457200" cy="457200"/>
          </a:xfrm>
          <a:prstGeom prst="rect">
            <a:avLst/>
          </a:prstGeom>
          <a:noFill/>
          <a:ln/>
        </p:spPr>
        <p:txBody>
          <a:bodyPr wrap="square" lIns="0" tIns="0" rIns="0" bIns="0" rtlCol="0" anchor="ctr"/>
          <a:lstStyle/>
          <a:p>
            <a:pPr marL="0" indent="0" algn="ctr">
              <a:buNone/>
            </a:pPr>
            <a:r>
              <a:rPr lang="es-UY" sz="1600" b="1" noProof="0" dirty="0">
                <a:solidFill>
                  <a:srgbClr val="FFFFFF"/>
                </a:solidFill>
                <a:latin typeface="Oswald" pitchFamily="34" charset="0"/>
                <a:ea typeface="Oswald" pitchFamily="34" charset="-122"/>
                <a:cs typeface="Oswald" pitchFamily="34" charset="-120"/>
              </a:rPr>
              <a:t>5</a:t>
            </a:r>
            <a:endParaRPr lang="es-UY" sz="1600" noProof="0" dirty="0"/>
          </a:p>
        </p:txBody>
      </p:sp>
      <p:sp>
        <p:nvSpPr>
          <p:cNvPr id="19" name="Text 14"/>
          <p:cNvSpPr txBox="1"/>
          <p:nvPr/>
        </p:nvSpPr>
        <p:spPr>
          <a:xfrm>
            <a:off x="1188720" y="2793492"/>
            <a:ext cx="5120640" cy="548640"/>
          </a:xfrm>
          <a:prstGeom prst="rect">
            <a:avLst/>
          </a:prstGeom>
          <a:noFill/>
          <a:ln/>
        </p:spPr>
        <p:txBody>
          <a:bodyPr wrap="square" lIns="0" tIns="0" rIns="0" bIns="0" rtlCol="0" anchor="ctr"/>
          <a:lstStyle/>
          <a:p>
            <a:pPr marL="0" indent="0">
              <a:buNone/>
            </a:pPr>
            <a:r>
              <a:rPr lang="es-UY" sz="1500" noProof="0" dirty="0">
                <a:solidFill>
                  <a:srgbClr val="2E0A4E"/>
                </a:solidFill>
                <a:latin typeface="Calibri" pitchFamily="34" charset="0"/>
                <a:ea typeface="Calibri" pitchFamily="34" charset="-122"/>
                <a:cs typeface="Calibri" pitchFamily="34" charset="-120"/>
              </a:rPr>
              <a:t>Correr la primera app con datos y entender cómo está construida.</a:t>
            </a:r>
            <a:endParaRPr lang="es-UY" sz="1500" noProof="0" dirty="0"/>
          </a:p>
        </p:txBody>
      </p:sp>
      <p:sp>
        <p:nvSpPr>
          <p:cNvPr id="22" name="Text 14"/>
          <p:cNvSpPr txBox="1"/>
          <p:nvPr/>
        </p:nvSpPr>
        <p:spPr>
          <a:xfrm>
            <a:off x="1188720" y="3366750"/>
            <a:ext cx="5120640" cy="548640"/>
          </a:xfrm>
          <a:prstGeom prst="rect">
            <a:avLst/>
          </a:prstGeom>
          <a:noFill/>
          <a:ln/>
        </p:spPr>
        <p:txBody>
          <a:bodyPr wrap="square" lIns="0" tIns="0" rIns="0" bIns="0" rtlCol="0" anchor="ctr"/>
          <a:lstStyle/>
          <a:p>
            <a:pPr marL="0" indent="0">
              <a:buNone/>
            </a:pPr>
            <a:r>
              <a:rPr lang="es-UY" sz="1500" noProof="0" dirty="0">
                <a:solidFill>
                  <a:srgbClr val="2E0A4E"/>
                </a:solidFill>
                <a:latin typeface="Calibri" pitchFamily="34" charset="0"/>
                <a:ea typeface="Calibri" pitchFamily="34" charset="-122"/>
                <a:cs typeface="Calibri" pitchFamily="34" charset="-120"/>
              </a:rPr>
              <a:t>Empezar a pensar el corpus de datos que cada quien usará en el curso.</a:t>
            </a:r>
            <a:endParaRPr lang="es-UY" sz="15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7040880" cy="640080"/>
          </a:xfrm>
          <a:prstGeom prst="rect">
            <a:avLst/>
          </a:prstGeom>
          <a:noFill/>
          <a:ln/>
        </p:spPr>
        <p:txBody>
          <a:bodyPr wrap="square" lIns="0" tIns="0" rIns="0" bIns="0" rtlCol="0" anchor="ctr"/>
          <a:lstStyle/>
          <a:p>
            <a:pPr marL="0" indent="0">
              <a:buNone/>
            </a:pPr>
            <a:r>
              <a:rPr lang="es-UY" sz="3000" b="1" noProof="0" dirty="0">
                <a:solidFill>
                  <a:srgbClr val="2E0A4E"/>
                </a:solidFill>
                <a:latin typeface="Oswald" pitchFamily="34" charset="0"/>
                <a:ea typeface="Oswald" pitchFamily="34" charset="-122"/>
                <a:cs typeface="Oswald" pitchFamily="34" charset="-120"/>
              </a:rPr>
              <a:t>Programa - 7 clases</a:t>
            </a:r>
            <a:endParaRPr lang="es-UY" sz="3000" noProof="0" dirty="0"/>
          </a:p>
        </p:txBody>
      </p:sp>
      <p:graphicFrame>
        <p:nvGraphicFramePr>
          <p:cNvPr id="5" name="Table 0"/>
          <p:cNvGraphicFramePr>
            <a:graphicFrameLocks noGrp="1"/>
          </p:cNvGraphicFramePr>
          <p:nvPr>
            <p:extLst>
              <p:ext uri="{D42A27DB-BD31-4B8C-83A1-F6EECF244321}">
                <p14:modId xmlns:p14="http://schemas.microsoft.com/office/powerpoint/2010/main" val="4124846591"/>
              </p:ext>
            </p:extLst>
          </p:nvPr>
        </p:nvGraphicFramePr>
        <p:xfrm>
          <a:off x="502920" y="1188720"/>
          <a:ext cx="8138160" cy="2468880"/>
        </p:xfrm>
        <a:graphic>
          <a:graphicData uri="http://schemas.openxmlformats.org/drawingml/2006/table">
            <a:tbl>
              <a:tblPr/>
              <a:tblGrid>
                <a:gridCol w="3657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274320">
                <a:tc>
                  <a:txBody>
                    <a:bodyPr/>
                    <a:lstStyle/>
                    <a:p>
                      <a:pPr marL="0" indent="0">
                        <a:buNone/>
                      </a:pPr>
                      <a:r>
                        <a:rPr lang="es-UY" sz="1100" b="1" noProof="0" dirty="0">
                          <a:solidFill>
                            <a:srgbClr val="FFFFFF"/>
                          </a:solidFill>
                          <a:latin typeface="Oswald" pitchFamily="34" charset="0"/>
                          <a:ea typeface="Oswald" pitchFamily="34" charset="-122"/>
                          <a:cs typeface="Oswald" pitchFamily="34" charset="-120"/>
                        </a:rPr>
                        <a:t>#</a:t>
                      </a:r>
                      <a:endParaRPr lang="es-UY" sz="1100" noProof="0" dirty="0">
                        <a:latin typeface="Oswald" charset="0"/>
                        <a:ea typeface="Oswald" charset="0"/>
                        <a:cs typeface="Oswald" charset="0"/>
                      </a:endParaRPr>
                    </a:p>
                  </a:txBody>
                  <a:tcPr marL="45720" marR="45720" anchor="ctr">
                    <a:lnL w="0" cap="flat" cmpd="sng" algn="ctr">
                      <a:noFill/>
                    </a:lnL>
                    <a:lnR w="0" cap="flat" cmpd="sng" algn="ctr">
                      <a:noFill/>
                    </a:lnR>
                    <a:lnT w="0" cap="flat" cmpd="sng" algn="ctr">
                      <a:noFill/>
                    </a:lnT>
                    <a:lnB w="0" cap="flat" cmpd="sng" algn="ctr">
                      <a:noFill/>
                    </a:lnB>
                    <a:solidFill>
                      <a:srgbClr val="5A189A"/>
                    </a:solidFill>
                  </a:tcPr>
                </a:tc>
                <a:tc>
                  <a:txBody>
                    <a:bodyPr/>
                    <a:lstStyle/>
                    <a:p>
                      <a:pPr marL="0" indent="0">
                        <a:buNone/>
                      </a:pPr>
                      <a:r>
                        <a:rPr lang="es-UY" sz="1100" b="1" noProof="0" dirty="0">
                          <a:solidFill>
                            <a:srgbClr val="FFFFFF"/>
                          </a:solidFill>
                          <a:latin typeface="Oswald" pitchFamily="34" charset="0"/>
                          <a:ea typeface="Oswald" pitchFamily="34" charset="-122"/>
                          <a:cs typeface="Oswald" pitchFamily="34" charset="-120"/>
                        </a:rPr>
                        <a:t>Tema</a:t>
                      </a:r>
                      <a:endParaRPr lang="es-UY" sz="1100" noProof="0" dirty="0">
                        <a:latin typeface="Oswald" charset="0"/>
                        <a:ea typeface="Oswald" charset="0"/>
                        <a:cs typeface="Oswald" charset="0"/>
                      </a:endParaRPr>
                    </a:p>
                  </a:txBody>
                  <a:tcPr marL="45720" marR="45720" anchor="ctr">
                    <a:lnL w="0" cap="flat" cmpd="sng" algn="ctr">
                      <a:noFill/>
                    </a:lnL>
                    <a:lnR w="0" cap="flat" cmpd="sng" algn="ctr">
                      <a:noFill/>
                    </a:lnR>
                    <a:lnT w="0" cap="flat" cmpd="sng" algn="ctr">
                      <a:noFill/>
                    </a:lnT>
                    <a:lnB w="0" cap="flat" cmpd="sng" algn="ctr">
                      <a:noFill/>
                    </a:lnB>
                    <a:solidFill>
                      <a:srgbClr val="5A189A"/>
                    </a:solidFill>
                  </a:tcPr>
                </a:tc>
                <a:tc>
                  <a:txBody>
                    <a:bodyPr/>
                    <a:lstStyle/>
                    <a:p>
                      <a:pPr marL="0" indent="0">
                        <a:buNone/>
                      </a:pPr>
                      <a:r>
                        <a:rPr lang="es-UY" sz="1100" b="1" noProof="0" dirty="0">
                          <a:solidFill>
                            <a:srgbClr val="FFFFFF"/>
                          </a:solidFill>
                          <a:latin typeface="Oswald" pitchFamily="34" charset="0"/>
                          <a:ea typeface="Oswald" pitchFamily="34" charset="-122"/>
                          <a:cs typeface="Oswald" pitchFamily="34" charset="-120"/>
                        </a:rPr>
                        <a:t>Qué construimos</a:t>
                      </a:r>
                      <a:endParaRPr lang="es-UY" sz="1100" noProof="0" dirty="0">
                        <a:latin typeface="Oswald" charset="0"/>
                        <a:ea typeface="Oswald" charset="0"/>
                        <a:cs typeface="Oswald" charset="0"/>
                      </a:endParaRPr>
                    </a:p>
                  </a:txBody>
                  <a:tcPr marL="45720" marR="45720" anchor="ctr">
                    <a:lnL w="0" cap="flat" cmpd="sng" algn="ctr">
                      <a:noFill/>
                    </a:lnL>
                    <a:lnR w="0" cap="flat" cmpd="sng" algn="ctr">
                      <a:noFill/>
                    </a:lnR>
                    <a:lnT w="0" cap="flat" cmpd="sng" algn="ctr">
                      <a:noFill/>
                    </a:lnT>
                    <a:lnB w="0" cap="flat" cmpd="sng" algn="ctr">
                      <a:noFill/>
                    </a:lnB>
                    <a:solidFill>
                      <a:srgbClr val="5A189A"/>
                    </a:solidFill>
                  </a:tcPr>
                </a:tc>
                <a:extLst>
                  <a:ext uri="{0D108BD9-81ED-4DB2-BD59-A6C34878D82A}">
                    <a16:rowId xmlns:a16="http://schemas.microsoft.com/office/drawing/2014/main" val="10000"/>
                  </a:ext>
                </a:extLst>
              </a:tr>
              <a:tr h="274320">
                <a:tc>
                  <a:txBody>
                    <a:bodyPr/>
                    <a:lstStyle/>
                    <a:p>
                      <a:pPr marL="0" indent="0">
                        <a:buNone/>
                      </a:pPr>
                      <a:r>
                        <a:rPr lang="es-UY" sz="1000" b="1" noProof="0" dirty="0">
                          <a:solidFill>
                            <a:srgbClr val="2E0A4E"/>
                          </a:solidFill>
                          <a:highlight>
                            <a:srgbClr val="00FF00"/>
                          </a:highlight>
                          <a:latin typeface="Calibri" pitchFamily="34" charset="0"/>
                          <a:ea typeface="Calibri" pitchFamily="34" charset="-122"/>
                          <a:cs typeface="Calibri" pitchFamily="34" charset="-120"/>
                        </a:rPr>
                        <a:t>1</a:t>
                      </a:r>
                      <a:endParaRPr lang="es-UY" sz="1000" noProof="0" dirty="0">
                        <a:highlight>
                          <a:srgbClr val="00FF00"/>
                        </a:highlight>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4ECFB"/>
                    </a:solidFill>
                  </a:tcPr>
                </a:tc>
                <a:tc>
                  <a:txBody>
                    <a:bodyPr/>
                    <a:lstStyle/>
                    <a:p>
                      <a:pPr marL="0" indent="0">
                        <a:buNone/>
                      </a:pPr>
                      <a:r>
                        <a:rPr lang="es-UY" sz="1000" noProof="0" dirty="0">
                          <a:solidFill>
                            <a:srgbClr val="2E0A4E"/>
                          </a:solidFill>
                          <a:highlight>
                            <a:srgbClr val="00FF00"/>
                          </a:highlight>
                          <a:latin typeface="Calibri" pitchFamily="34" charset="0"/>
                          <a:ea typeface="Calibri" pitchFamily="34" charset="-122"/>
                          <a:cs typeface="Calibri" pitchFamily="34" charset="-120"/>
                        </a:rPr>
                        <a:t>Presentación y primeros pasos</a:t>
                      </a:r>
                      <a:endParaRPr lang="es-UY" sz="1000" noProof="0" dirty="0">
                        <a:highlight>
                          <a:srgbClr val="00FF00"/>
                        </a:highlight>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4ECFB"/>
                    </a:solidFill>
                  </a:tcPr>
                </a:tc>
                <a:tc>
                  <a:txBody>
                    <a:bodyPr/>
                    <a:lstStyle/>
                    <a:p>
                      <a:pPr marL="0" indent="0">
                        <a:buNone/>
                      </a:pPr>
                      <a:r>
                        <a:rPr lang="es-UY" sz="1000" noProof="0" dirty="0">
                          <a:solidFill>
                            <a:srgbClr val="2E0A4E"/>
                          </a:solidFill>
                          <a:highlight>
                            <a:srgbClr val="00FF00"/>
                          </a:highlight>
                          <a:latin typeface="Calibri" pitchFamily="34" charset="0"/>
                          <a:ea typeface="Calibri" pitchFamily="34" charset="-122"/>
                          <a:cs typeface="Calibri" pitchFamily="34" charset="-120"/>
                        </a:rPr>
                        <a:t>Qué es una shiny? R básico y la primera app con datos.</a:t>
                      </a:r>
                      <a:endParaRPr lang="es-UY" sz="1000" noProof="0" dirty="0">
                        <a:highlight>
                          <a:srgbClr val="00FF00"/>
                        </a:highlight>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4ECFB"/>
                    </a:solidFill>
                  </a:tcPr>
                </a:tc>
                <a:extLst>
                  <a:ext uri="{0D108BD9-81ED-4DB2-BD59-A6C34878D82A}">
                    <a16:rowId xmlns:a16="http://schemas.microsoft.com/office/drawing/2014/main" val="10001"/>
                  </a:ext>
                </a:extLst>
              </a:tr>
              <a:tr h="274320">
                <a:tc>
                  <a:txBody>
                    <a:bodyPr/>
                    <a:lstStyle/>
                    <a:p>
                      <a:pPr marL="0" indent="0">
                        <a:buNone/>
                      </a:pPr>
                      <a:r>
                        <a:rPr lang="es-UY" sz="1000" b="1" noProof="0" dirty="0">
                          <a:solidFill>
                            <a:srgbClr val="2E0A4E"/>
                          </a:solidFill>
                          <a:latin typeface="Calibri" pitchFamily="34" charset="0"/>
                          <a:ea typeface="Calibri" pitchFamily="34" charset="-122"/>
                          <a:cs typeface="Calibri" pitchFamily="34" charset="-120"/>
                        </a:rPr>
                        <a:t>2</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s-UY" sz="1000" noProof="0" dirty="0">
                          <a:solidFill>
                            <a:srgbClr val="2E0A4E"/>
                          </a:solidFill>
                          <a:latin typeface="Calibri" pitchFamily="34" charset="0"/>
                          <a:ea typeface="Calibri" pitchFamily="34" charset="-122"/>
                          <a:cs typeface="Calibri" pitchFamily="34" charset="-120"/>
                        </a:rPr>
                        <a:t>Bases de RStudio y Shiny</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s-UY" sz="1000" noProof="0" dirty="0">
                          <a:solidFill>
                            <a:srgbClr val="2E0A4E"/>
                          </a:solidFill>
                          <a:latin typeface="Calibri" pitchFamily="34" charset="0"/>
                          <a:ea typeface="Calibri" pitchFamily="34" charset="-122"/>
                          <a:cs typeface="Calibri" pitchFamily="34" charset="-120"/>
                        </a:rPr>
                        <a:t>Repaso R. UI, server y shinyApp(). </a:t>
                      </a:r>
                      <a:r>
                        <a:rPr lang="es-UY" sz="1000" noProof="0" dirty="0" err="1">
                          <a:solidFill>
                            <a:srgbClr val="2E0A4E"/>
                          </a:solidFill>
                          <a:latin typeface="Calibri" pitchFamily="34" charset="0"/>
                          <a:ea typeface="Calibri" pitchFamily="34" charset="-122"/>
                          <a:cs typeface="Calibri" pitchFamily="34" charset="-120"/>
                        </a:rPr>
                        <a:t>Un menú que cambia un texto.</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s-UY" sz="1000" b="1" noProof="0" dirty="0">
                          <a:solidFill>
                            <a:srgbClr val="2E0A4E"/>
                          </a:solidFill>
                          <a:latin typeface="Calibri" pitchFamily="34" charset="0"/>
                          <a:ea typeface="Calibri" pitchFamily="34" charset="-122"/>
                          <a:cs typeface="Calibri" pitchFamily="34" charset="-120"/>
                        </a:rPr>
                        <a:t>3</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s-UY" sz="1000" noProof="0" dirty="0">
                          <a:solidFill>
                            <a:srgbClr val="2E0A4E"/>
                          </a:solidFill>
                          <a:latin typeface="Calibri" pitchFamily="34" charset="0"/>
                          <a:ea typeface="Calibri" pitchFamily="34" charset="-122"/>
                          <a:cs typeface="Calibri" pitchFamily="34" charset="-120"/>
                        </a:rPr>
                        <a:t>Interfaz de Usuario (UI)</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s-UY" sz="1000" noProof="0" dirty="0" err="1">
                          <a:solidFill>
                            <a:srgbClr val="2E0A4E"/>
                          </a:solidFill>
                          <a:latin typeface="Calibri" pitchFamily="34" charset="0"/>
                          <a:ea typeface="Calibri" pitchFamily="34" charset="-122"/>
                          <a:cs typeface="Calibri" pitchFamily="34" charset="-120"/>
                        </a:rPr>
                        <a:t>Layouts, grilla, pestañas y etiquetas HTML.</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2229649505"/>
                  </a:ext>
                </a:extLst>
              </a:tr>
              <a:tr h="274320">
                <a:tc>
                  <a:txBody>
                    <a:bodyPr/>
                    <a:lstStyle/>
                    <a:p>
                      <a:pPr marL="0" indent="0">
                        <a:buNone/>
                      </a:pPr>
                      <a:r>
                        <a:rPr lang="es-UY" sz="1000" b="1" noProof="0" dirty="0">
                          <a:solidFill>
                            <a:srgbClr val="2E0A4E"/>
                          </a:solidFill>
                          <a:latin typeface="Calibri" pitchFamily="34" charset="0"/>
                          <a:ea typeface="Calibri" pitchFamily="34" charset="-122"/>
                          <a:cs typeface="Calibri" pitchFamily="34" charset="-120"/>
                        </a:rPr>
                        <a:t>4</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s-UY" sz="1000" noProof="0" dirty="0">
                          <a:solidFill>
                            <a:srgbClr val="2E0A4E"/>
                          </a:solidFill>
                          <a:latin typeface="Calibri" pitchFamily="34" charset="0"/>
                          <a:ea typeface="Calibri" pitchFamily="34" charset="-122"/>
                          <a:cs typeface="Calibri" pitchFamily="34" charset="-120"/>
                        </a:rPr>
                        <a:t>Entradas y Salidas</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s-UY" sz="1000" noProof="0" dirty="0" err="1">
                          <a:solidFill>
                            <a:srgbClr val="2E0A4E"/>
                          </a:solidFill>
                          <a:latin typeface="Calibri" pitchFamily="34" charset="0"/>
                          <a:ea typeface="Calibri" pitchFamily="34" charset="-122"/>
                          <a:cs typeface="Calibri" pitchFamily="34" charset="-120"/>
                        </a:rPr>
                        <a:t>Inputs, outputs y cómo se conectan.</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736751926"/>
                  </a:ext>
                </a:extLst>
              </a:tr>
              <a:tr h="274320">
                <a:tc>
                  <a:txBody>
                    <a:bodyPr/>
                    <a:lstStyle/>
                    <a:p>
                      <a:pPr marL="0" indent="0">
                        <a:buNone/>
                      </a:pPr>
                      <a:r>
                        <a:rPr lang="es-UY" sz="1000" b="1" noProof="0" dirty="0">
                          <a:solidFill>
                            <a:srgbClr val="2E0A4E"/>
                          </a:solidFill>
                          <a:latin typeface="Calibri" pitchFamily="34" charset="0"/>
                          <a:ea typeface="Calibri" pitchFamily="34" charset="-122"/>
                          <a:cs typeface="Calibri" pitchFamily="34" charset="-120"/>
                        </a:rPr>
                        <a:t>5</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s-UY" sz="1000" noProof="0" dirty="0">
                          <a:solidFill>
                            <a:srgbClr val="2E0A4E"/>
                          </a:solidFill>
                          <a:latin typeface="Calibri" pitchFamily="34" charset="0"/>
                          <a:ea typeface="Calibri" pitchFamily="34" charset="-122"/>
                          <a:cs typeface="Calibri" pitchFamily="34" charset="-120"/>
                        </a:rPr>
                        <a:t>El Motor Reactivo</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s-UY" sz="1000" noProof="0" dirty="0" err="1">
                          <a:solidFill>
                            <a:srgbClr val="2E0A4E"/>
                          </a:solidFill>
                          <a:latin typeface="Calibri" pitchFamily="34" charset="0"/>
                          <a:ea typeface="Calibri" pitchFamily="34" charset="-122"/>
                          <a:cs typeface="Calibri" pitchFamily="34" charset="-120"/>
                        </a:rPr>
                        <a:t>reactive(), req() y botones con eventReactive().</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3594637859"/>
                  </a:ext>
                </a:extLst>
              </a:tr>
              <a:tr h="274320">
                <a:tc>
                  <a:txBody>
                    <a:bodyPr/>
                    <a:lstStyle/>
                    <a:p>
                      <a:pPr marL="0" indent="0">
                        <a:buNone/>
                      </a:pPr>
                      <a:r>
                        <a:rPr lang="es-UY" sz="1000" b="1" noProof="0" dirty="0">
                          <a:solidFill>
                            <a:srgbClr val="2E0A4E"/>
                          </a:solidFill>
                          <a:latin typeface="Calibri" pitchFamily="34" charset="0"/>
                          <a:ea typeface="Calibri" pitchFamily="34" charset="-122"/>
                          <a:cs typeface="Calibri" pitchFamily="34" charset="-120"/>
                        </a:rPr>
                        <a:t>6</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s-UY" sz="1000" noProof="0" dirty="0">
                          <a:solidFill>
                            <a:srgbClr val="2E0A4E"/>
                          </a:solidFill>
                          <a:latin typeface="Calibri" pitchFamily="34" charset="0"/>
                          <a:ea typeface="Calibri" pitchFamily="34" charset="-122"/>
                          <a:cs typeface="Calibri" pitchFamily="34" charset="-120"/>
                        </a:rPr>
                        <a:t>Gráficos Dinámicos</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s-UY" sz="1000" noProof="0" dirty="0" err="1">
                          <a:solidFill>
                            <a:srgbClr val="2E0A4E"/>
                          </a:solidFill>
                          <a:latin typeface="Calibri" pitchFamily="34" charset="0"/>
                          <a:ea typeface="Calibri" pitchFamily="34" charset="-122"/>
                          <a:cs typeface="Calibri" pitchFamily="34" charset="-120"/>
                        </a:rPr>
                        <a:t>ggplot2 y gráficos interactivos con plotly.</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2418722407"/>
                  </a:ext>
                </a:extLst>
              </a:tr>
              <a:tr h="274320">
                <a:tc>
                  <a:txBody>
                    <a:bodyPr/>
                    <a:lstStyle/>
                    <a:p>
                      <a:pPr marL="0" indent="0">
                        <a:buNone/>
                      </a:pPr>
                      <a:r>
                        <a:rPr lang="es-UY" sz="1000" b="1" noProof="0" dirty="0">
                          <a:solidFill>
                            <a:srgbClr val="2E0A4E"/>
                          </a:solidFill>
                          <a:latin typeface="Calibri" pitchFamily="34" charset="0"/>
                          <a:ea typeface="Calibri" pitchFamily="34" charset="-122"/>
                          <a:cs typeface="Calibri" pitchFamily="34" charset="-120"/>
                        </a:rPr>
                        <a:t>7</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s-UY" sz="1000" noProof="0" dirty="0">
                          <a:solidFill>
                            <a:srgbClr val="2E0A4E"/>
                          </a:solidFill>
                          <a:latin typeface="Calibri" pitchFamily="34" charset="0"/>
                          <a:ea typeface="Calibri" pitchFamily="34" charset="-122"/>
                          <a:cs typeface="Calibri" pitchFamily="34" charset="-120"/>
                        </a:rPr>
                        <a:t>Estética, app final y publicación</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s-UY" sz="1000" noProof="0" dirty="0" err="1">
                          <a:solidFill>
                            <a:srgbClr val="2E0A4E"/>
                          </a:solidFill>
                          <a:latin typeface="Calibri" pitchFamily="34" charset="0"/>
                          <a:ea typeface="Calibri" pitchFamily="34" charset="-122"/>
                          <a:cs typeface="Calibri" pitchFamily="34" charset="-120"/>
                        </a:rPr>
                        <a:t>bslib, navbar, value boxes, DT, mapas con leaflet y deploy.</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3036020312"/>
                  </a:ext>
                </a:extLst>
              </a:tr>
              <a:tr h="274320">
                <a:tc>
                  <a:txBody>
                    <a:bodyPr/>
                    <a:lstStyle/>
                    <a:p>
                      <a:pPr marL="0" indent="0">
                        <a:buNone/>
                      </a:pPr>
                      <a:r>
                        <a:rPr lang="es-UY" sz="1000" b="1" noProof="0" dirty="0">
                          <a:solidFill>
                            <a:srgbClr val="2E0A4E"/>
                          </a:solidFill>
                          <a:latin typeface="Calibri" pitchFamily="34" charset="0"/>
                          <a:ea typeface="Calibri" pitchFamily="34" charset="-122"/>
                          <a:cs typeface="Calibri" pitchFamily="34" charset="-120"/>
                        </a:rPr>
                        <a:t>Extra</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s-UY" sz="1000" noProof="0" dirty="0">
                          <a:solidFill>
                            <a:srgbClr val="2E0A4E"/>
                          </a:solidFill>
                          <a:latin typeface="Calibri" pitchFamily="34" charset="0"/>
                          <a:ea typeface="Calibri" pitchFamily="34" charset="-122"/>
                          <a:cs typeface="Calibri" pitchFamily="34" charset="-120"/>
                        </a:rPr>
                        <a:t>Tus datos y lo que faltaba</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s-UY" sz="1000" noProof="0" dirty="0" err="1">
                          <a:solidFill>
                            <a:srgbClr val="2E0A4E"/>
                          </a:solidFill>
                          <a:latin typeface="Calibri" pitchFamily="34" charset="0"/>
                          <a:ea typeface="Calibri" pitchFamily="34" charset="-122"/>
                          <a:cs typeface="Calibri" pitchFamily="34" charset="-120"/>
                        </a:rPr>
                        <a:t>Revisar el corpus propio, mensajes claros y límites de Shiny.</a:t>
                      </a:r>
                      <a:endParaRPr lang="es-UY" sz="1000" noProof="0" dirty="0">
                        <a:latin typeface="Calibri" charset="0"/>
                        <a:ea typeface="Calibri" charset="0"/>
                        <a:cs typeface="Calibri" charset="0"/>
                      </a:endParaRPr>
                    </a:p>
                  </a:txBody>
                  <a:tcPr marL="45720" marR="4572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22861109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7040880" cy="640080"/>
          </a:xfrm>
          <a:prstGeom prst="rect">
            <a:avLst/>
          </a:prstGeom>
          <a:noFill/>
          <a:ln/>
        </p:spPr>
        <p:txBody>
          <a:bodyPr wrap="square" lIns="0" tIns="0" rIns="0" bIns="0" rtlCol="0" anchor="ctr"/>
          <a:lstStyle/>
          <a:p>
            <a:pPr marL="0" indent="0">
              <a:buNone/>
            </a:pPr>
            <a:r>
              <a:rPr lang="es-UY" sz="3000" b="1" noProof="0" dirty="0">
                <a:solidFill>
                  <a:srgbClr val="2E0A4E"/>
                </a:solidFill>
                <a:latin typeface="Oswald" pitchFamily="34" charset="0"/>
                <a:ea typeface="Oswald" pitchFamily="34" charset="-122"/>
                <a:cs typeface="Oswald" pitchFamily="34" charset="-120"/>
              </a:rPr>
              <a:t>Dinámica de taller</a:t>
            </a:r>
            <a:endParaRPr lang="es-UY" sz="3000" noProof="0" dirty="0"/>
          </a:p>
        </p:txBody>
      </p:sp>
      <p:sp>
        <p:nvSpPr>
          <p:cNvPr id="5" name="Shape 3"/>
          <p:cNvSpPr/>
          <p:nvPr/>
        </p:nvSpPr>
        <p:spPr>
          <a:xfrm>
            <a:off x="502920" y="1188720"/>
            <a:ext cx="3977640" cy="1554480"/>
          </a:xfrm>
          <a:prstGeom prst="roundRect">
            <a:avLst>
              <a:gd name="adj" fmla="val 3529"/>
            </a:avLst>
          </a:prstGeom>
          <a:solidFill>
            <a:srgbClr val="F4ECFB"/>
          </a:solidFill>
          <a:ln w="12700">
            <a:solidFill>
              <a:srgbClr val="F4ECFB"/>
            </a:solidFill>
            <a:prstDash val="solid"/>
          </a:ln>
        </p:spPr>
        <p:txBody>
          <a:bodyPr/>
          <a:lstStyle/>
          <a:p>
            <a:endParaRPr lang="es-UY" noProof="0" dirty="0"/>
          </a:p>
        </p:txBody>
      </p:sp>
      <p:sp>
        <p:nvSpPr>
          <p:cNvPr id="6" name="Shape 4"/>
          <p:cNvSpPr/>
          <p:nvPr/>
        </p:nvSpPr>
        <p:spPr>
          <a:xfrm>
            <a:off x="685800" y="1371600"/>
            <a:ext cx="411480" cy="411480"/>
          </a:xfrm>
          <a:prstGeom prst="ellipse">
            <a:avLst/>
          </a:prstGeom>
          <a:solidFill>
            <a:srgbClr val="5A189A"/>
          </a:solidFill>
          <a:ln w="12700">
            <a:solidFill>
              <a:srgbClr val="5A189A"/>
            </a:solidFill>
            <a:prstDash val="solid"/>
          </a:ln>
        </p:spPr>
        <p:txBody>
          <a:bodyPr/>
          <a:lstStyle/>
          <a:p>
            <a:endParaRPr lang="es-UY" noProof="0" dirty="0"/>
          </a:p>
        </p:txBody>
      </p:sp>
      <p:sp>
        <p:nvSpPr>
          <p:cNvPr id="7" name="Text 5"/>
          <p:cNvSpPr txBox="1"/>
          <p:nvPr/>
        </p:nvSpPr>
        <p:spPr>
          <a:xfrm>
            <a:off x="685800" y="1371600"/>
            <a:ext cx="411480" cy="411480"/>
          </a:xfrm>
          <a:prstGeom prst="rect">
            <a:avLst/>
          </a:prstGeom>
          <a:noFill/>
          <a:ln/>
        </p:spPr>
        <p:txBody>
          <a:bodyPr wrap="square" lIns="0" tIns="0" rIns="0" bIns="0" rtlCol="0" anchor="ctr"/>
          <a:lstStyle/>
          <a:p>
            <a:pPr marL="0" indent="0" algn="ctr">
              <a:buNone/>
            </a:pPr>
            <a:r>
              <a:rPr lang="es-UY" sz="1400" b="1" noProof="0" dirty="0">
                <a:solidFill>
                  <a:srgbClr val="FFFFFF"/>
                </a:solidFill>
                <a:latin typeface="Oswald" pitchFamily="34" charset="0"/>
                <a:ea typeface="Oswald" pitchFamily="34" charset="-122"/>
                <a:cs typeface="Oswald" pitchFamily="34" charset="-120"/>
              </a:rPr>
              <a:t>1</a:t>
            </a:r>
            <a:endParaRPr lang="es-UY" sz="1400" noProof="0" dirty="0"/>
          </a:p>
        </p:txBody>
      </p:sp>
      <p:sp>
        <p:nvSpPr>
          <p:cNvPr id="8" name="Text 6"/>
          <p:cNvSpPr txBox="1"/>
          <p:nvPr/>
        </p:nvSpPr>
        <p:spPr>
          <a:xfrm>
            <a:off x="1234440" y="1353312"/>
            <a:ext cx="3063240" cy="457200"/>
          </a:xfrm>
          <a:prstGeom prst="rect">
            <a:avLst/>
          </a:prstGeom>
          <a:noFill/>
          <a:ln/>
        </p:spPr>
        <p:txBody>
          <a:bodyPr wrap="square" lIns="0" tIns="0" rIns="0" bIns="0" rtlCol="0" anchor="ctr"/>
          <a:lstStyle/>
          <a:p>
            <a:pPr marL="0" indent="0">
              <a:buNone/>
            </a:pPr>
            <a:r>
              <a:rPr lang="es-UY" sz="1500" b="1" noProof="0" dirty="0">
                <a:solidFill>
                  <a:srgbClr val="2E0A4E"/>
                </a:solidFill>
                <a:latin typeface="Oswald" pitchFamily="34" charset="0"/>
              </a:rPr>
              <a:t>Replicar código</a:t>
            </a:r>
            <a:endParaRPr lang="es-UY" sz="1500" noProof="0" dirty="0"/>
          </a:p>
        </p:txBody>
      </p:sp>
      <p:sp>
        <p:nvSpPr>
          <p:cNvPr id="9" name="Text 7"/>
          <p:cNvSpPr txBox="1"/>
          <p:nvPr/>
        </p:nvSpPr>
        <p:spPr>
          <a:xfrm>
            <a:off x="1234440" y="1828800"/>
            <a:ext cx="3063240" cy="822960"/>
          </a:xfrm>
          <a:prstGeom prst="rect">
            <a:avLst/>
          </a:prstGeom>
          <a:noFill/>
          <a:ln/>
        </p:spPr>
        <p:txBody>
          <a:bodyPr wrap="square" lIns="0" tIns="0" rIns="0" bIns="0" rtlCol="0" anchor="t"/>
          <a:lstStyle/>
          <a:p>
            <a:pPr marL="0" indent="0">
              <a:buNone/>
            </a:pPr>
            <a:r>
              <a:rPr lang="es-UY" sz="1200" noProof="0" dirty="0">
                <a:solidFill>
                  <a:srgbClr val="2E0A4E"/>
                </a:solidFill>
                <a:latin typeface="Calibri" pitchFamily="34" charset="0"/>
                <a:ea typeface="Calibri" pitchFamily="34" charset="-122"/>
                <a:cs typeface="Calibri" pitchFamily="34" charset="-120"/>
              </a:rPr>
              <a:t>Cada clase tendrá un código para replicar, y podremos ver cómo</a:t>
            </a:r>
            <a:r>
              <a:rPr lang="es-UY" sz="1200" dirty="0">
                <a:solidFill>
                  <a:srgbClr val="2E0A4E"/>
                </a:solidFill>
                <a:latin typeface="Calibri" pitchFamily="34" charset="0"/>
                <a:ea typeface="Calibri" pitchFamily="34" charset="-122"/>
                <a:cs typeface="Calibri" pitchFamily="34" charset="-120"/>
              </a:rPr>
              <a:t> una aplicación se va construyendo desde sus funcionalidades más básicas hacia una propuesta más completa.</a:t>
            </a:r>
            <a:endParaRPr lang="es-UY" sz="1200" noProof="0" dirty="0"/>
          </a:p>
        </p:txBody>
      </p:sp>
      <p:sp>
        <p:nvSpPr>
          <p:cNvPr id="10" name="Shape 8"/>
          <p:cNvSpPr/>
          <p:nvPr/>
        </p:nvSpPr>
        <p:spPr>
          <a:xfrm>
            <a:off x="4709160" y="1188720"/>
            <a:ext cx="3977640" cy="1554480"/>
          </a:xfrm>
          <a:prstGeom prst="roundRect">
            <a:avLst>
              <a:gd name="adj" fmla="val 3529"/>
            </a:avLst>
          </a:prstGeom>
          <a:solidFill>
            <a:srgbClr val="F4ECFB"/>
          </a:solidFill>
          <a:ln w="12700">
            <a:solidFill>
              <a:srgbClr val="F4ECFB"/>
            </a:solidFill>
            <a:prstDash val="solid"/>
          </a:ln>
        </p:spPr>
        <p:txBody>
          <a:bodyPr/>
          <a:lstStyle/>
          <a:p>
            <a:endParaRPr lang="es-UY" noProof="0" dirty="0"/>
          </a:p>
        </p:txBody>
      </p:sp>
      <p:sp>
        <p:nvSpPr>
          <p:cNvPr id="11" name="Shape 9"/>
          <p:cNvSpPr/>
          <p:nvPr/>
        </p:nvSpPr>
        <p:spPr>
          <a:xfrm>
            <a:off x="4892040" y="1371600"/>
            <a:ext cx="411480" cy="411480"/>
          </a:xfrm>
          <a:prstGeom prst="ellipse">
            <a:avLst/>
          </a:prstGeom>
          <a:solidFill>
            <a:srgbClr val="5A189A"/>
          </a:solidFill>
          <a:ln w="12700">
            <a:solidFill>
              <a:srgbClr val="5A189A"/>
            </a:solidFill>
            <a:prstDash val="solid"/>
          </a:ln>
        </p:spPr>
        <p:txBody>
          <a:bodyPr/>
          <a:lstStyle/>
          <a:p>
            <a:endParaRPr lang="es-UY" noProof="0" dirty="0"/>
          </a:p>
        </p:txBody>
      </p:sp>
      <p:sp>
        <p:nvSpPr>
          <p:cNvPr id="12" name="Text 10"/>
          <p:cNvSpPr txBox="1"/>
          <p:nvPr/>
        </p:nvSpPr>
        <p:spPr>
          <a:xfrm>
            <a:off x="4892040" y="1371600"/>
            <a:ext cx="411480" cy="411480"/>
          </a:xfrm>
          <a:prstGeom prst="rect">
            <a:avLst/>
          </a:prstGeom>
          <a:noFill/>
          <a:ln/>
        </p:spPr>
        <p:txBody>
          <a:bodyPr wrap="square" lIns="0" tIns="0" rIns="0" bIns="0" rtlCol="0" anchor="ctr"/>
          <a:lstStyle/>
          <a:p>
            <a:pPr marL="0" indent="0" algn="ctr">
              <a:buNone/>
            </a:pPr>
            <a:r>
              <a:rPr lang="es-UY" sz="1400" b="1" noProof="0" dirty="0">
                <a:solidFill>
                  <a:srgbClr val="FFFFFF"/>
                </a:solidFill>
                <a:latin typeface="Oswald" pitchFamily="34" charset="0"/>
                <a:ea typeface="Oswald" pitchFamily="34" charset="-122"/>
                <a:cs typeface="Oswald" pitchFamily="34" charset="-120"/>
              </a:rPr>
              <a:t>2</a:t>
            </a:r>
            <a:endParaRPr lang="es-UY" sz="1400" noProof="0" dirty="0"/>
          </a:p>
        </p:txBody>
      </p:sp>
      <p:sp>
        <p:nvSpPr>
          <p:cNvPr id="13" name="Text 11"/>
          <p:cNvSpPr txBox="1"/>
          <p:nvPr/>
        </p:nvSpPr>
        <p:spPr>
          <a:xfrm>
            <a:off x="5440680" y="1353312"/>
            <a:ext cx="3063240" cy="457200"/>
          </a:xfrm>
          <a:prstGeom prst="rect">
            <a:avLst/>
          </a:prstGeom>
          <a:noFill/>
          <a:ln/>
        </p:spPr>
        <p:txBody>
          <a:bodyPr wrap="square" lIns="0" tIns="0" rIns="0" bIns="0" rtlCol="0" anchor="ctr"/>
          <a:lstStyle/>
          <a:p>
            <a:pPr marL="0" indent="0">
              <a:buNone/>
            </a:pPr>
            <a:endParaRPr lang="es-UY" sz="1500" noProof="0" dirty="0"/>
          </a:p>
        </p:txBody>
      </p:sp>
      <p:sp>
        <p:nvSpPr>
          <p:cNvPr id="14" name="Text 12"/>
          <p:cNvSpPr txBox="1"/>
          <p:nvPr/>
        </p:nvSpPr>
        <p:spPr>
          <a:xfrm>
            <a:off x="5440680" y="1828800"/>
            <a:ext cx="3063240" cy="822960"/>
          </a:xfrm>
          <a:prstGeom prst="rect">
            <a:avLst/>
          </a:prstGeom>
          <a:noFill/>
          <a:ln/>
        </p:spPr>
        <p:txBody>
          <a:bodyPr wrap="square" lIns="0" tIns="0" rIns="0" bIns="0" rtlCol="0" anchor="t"/>
          <a:lstStyle/>
          <a:p>
            <a:pPr marL="0" indent="0">
              <a:buNone/>
            </a:pPr>
            <a:r>
              <a:rPr lang="es-UY" sz="1200" noProof="0" dirty="0">
                <a:solidFill>
                  <a:srgbClr val="2E0A4E"/>
                </a:solidFill>
                <a:latin typeface="Calibri" pitchFamily="34" charset="0"/>
                <a:ea typeface="Calibri" pitchFamily="34" charset="-122"/>
                <a:cs typeface="Calibri" pitchFamily="34" charset="-120"/>
              </a:rPr>
              <a:t>Cada clase incorporará secciones en el código de prueba que permiten probar diferentes layouts, formatos, colores. Esto es instrumental para comprender como el código modifica las apps.</a:t>
            </a:r>
            <a:endParaRPr lang="es-UY" sz="1200" noProof="0" dirty="0"/>
          </a:p>
        </p:txBody>
      </p:sp>
      <p:sp>
        <p:nvSpPr>
          <p:cNvPr id="15" name="Shape 13"/>
          <p:cNvSpPr/>
          <p:nvPr/>
        </p:nvSpPr>
        <p:spPr>
          <a:xfrm>
            <a:off x="502920" y="2880359"/>
            <a:ext cx="3977640" cy="1888587"/>
          </a:xfrm>
          <a:prstGeom prst="roundRect">
            <a:avLst>
              <a:gd name="adj" fmla="val 3529"/>
            </a:avLst>
          </a:prstGeom>
          <a:solidFill>
            <a:srgbClr val="F4ECFB"/>
          </a:solidFill>
          <a:ln w="12700">
            <a:solidFill>
              <a:srgbClr val="F4ECFB"/>
            </a:solidFill>
            <a:prstDash val="solid"/>
          </a:ln>
        </p:spPr>
        <p:txBody>
          <a:bodyPr/>
          <a:lstStyle/>
          <a:p>
            <a:endParaRPr lang="es-UY" noProof="0" dirty="0"/>
          </a:p>
        </p:txBody>
      </p:sp>
      <p:sp>
        <p:nvSpPr>
          <p:cNvPr id="16" name="Shape 14"/>
          <p:cNvSpPr/>
          <p:nvPr/>
        </p:nvSpPr>
        <p:spPr>
          <a:xfrm>
            <a:off x="685800" y="3063240"/>
            <a:ext cx="411480" cy="411480"/>
          </a:xfrm>
          <a:prstGeom prst="ellipse">
            <a:avLst/>
          </a:prstGeom>
          <a:solidFill>
            <a:srgbClr val="5A189A"/>
          </a:solidFill>
          <a:ln w="12700">
            <a:solidFill>
              <a:srgbClr val="5A189A"/>
            </a:solidFill>
            <a:prstDash val="solid"/>
          </a:ln>
        </p:spPr>
        <p:txBody>
          <a:bodyPr/>
          <a:lstStyle/>
          <a:p>
            <a:endParaRPr lang="es-UY" noProof="0" dirty="0"/>
          </a:p>
        </p:txBody>
      </p:sp>
      <p:sp>
        <p:nvSpPr>
          <p:cNvPr id="17" name="Text 15"/>
          <p:cNvSpPr txBox="1"/>
          <p:nvPr/>
        </p:nvSpPr>
        <p:spPr>
          <a:xfrm>
            <a:off x="685800" y="3063240"/>
            <a:ext cx="411480" cy="411480"/>
          </a:xfrm>
          <a:prstGeom prst="rect">
            <a:avLst/>
          </a:prstGeom>
          <a:noFill/>
          <a:ln/>
        </p:spPr>
        <p:txBody>
          <a:bodyPr wrap="square" lIns="0" tIns="0" rIns="0" bIns="0" rtlCol="0" anchor="ctr"/>
          <a:lstStyle/>
          <a:p>
            <a:pPr marL="0" indent="0" algn="ctr">
              <a:buNone/>
            </a:pPr>
            <a:r>
              <a:rPr lang="es-UY" sz="1400" b="1" noProof="0" dirty="0">
                <a:solidFill>
                  <a:srgbClr val="FFFFFF"/>
                </a:solidFill>
                <a:latin typeface="Oswald" pitchFamily="34" charset="0"/>
                <a:ea typeface="Oswald" pitchFamily="34" charset="-122"/>
                <a:cs typeface="Oswald" pitchFamily="34" charset="-120"/>
              </a:rPr>
              <a:t>3</a:t>
            </a:r>
            <a:endParaRPr lang="es-UY" sz="1400" noProof="0" dirty="0"/>
          </a:p>
        </p:txBody>
      </p:sp>
      <p:sp>
        <p:nvSpPr>
          <p:cNvPr id="18" name="Text 16"/>
          <p:cNvSpPr txBox="1"/>
          <p:nvPr/>
        </p:nvSpPr>
        <p:spPr>
          <a:xfrm>
            <a:off x="1234440" y="3044952"/>
            <a:ext cx="3063240" cy="457200"/>
          </a:xfrm>
          <a:prstGeom prst="rect">
            <a:avLst/>
          </a:prstGeom>
          <a:noFill/>
          <a:ln/>
        </p:spPr>
        <p:txBody>
          <a:bodyPr wrap="square" lIns="0" tIns="0" rIns="0" bIns="0" rtlCol="0" anchor="ctr"/>
          <a:lstStyle/>
          <a:p>
            <a:pPr marL="0" indent="0">
              <a:buNone/>
            </a:pPr>
            <a:r>
              <a:rPr lang="es-UY" sz="1500" b="1" noProof="0" dirty="0">
                <a:solidFill>
                  <a:srgbClr val="2E0A4E"/>
                </a:solidFill>
                <a:latin typeface="Oswald" pitchFamily="34" charset="0"/>
                <a:ea typeface="Oswald" pitchFamily="34" charset="-122"/>
                <a:cs typeface="Oswald" pitchFamily="34" charset="-120"/>
              </a:rPr>
              <a:t>Complejidad creciente</a:t>
            </a:r>
            <a:endParaRPr lang="es-UY" sz="1500" noProof="0" dirty="0"/>
          </a:p>
        </p:txBody>
      </p:sp>
      <p:sp>
        <p:nvSpPr>
          <p:cNvPr id="19" name="Text 17"/>
          <p:cNvSpPr txBox="1"/>
          <p:nvPr/>
        </p:nvSpPr>
        <p:spPr>
          <a:xfrm>
            <a:off x="1234440" y="3520440"/>
            <a:ext cx="3063240" cy="822960"/>
          </a:xfrm>
          <a:prstGeom prst="rect">
            <a:avLst/>
          </a:prstGeom>
          <a:noFill/>
          <a:ln/>
        </p:spPr>
        <p:txBody>
          <a:bodyPr wrap="square" lIns="0" tIns="0" rIns="0" bIns="0" rtlCol="0" anchor="t"/>
          <a:lstStyle/>
          <a:p>
            <a:pPr marL="0" indent="0">
              <a:buNone/>
            </a:pPr>
            <a:r>
              <a:rPr lang="es-UY" sz="1200" noProof="0" dirty="0">
                <a:solidFill>
                  <a:srgbClr val="2E0A4E"/>
                </a:solidFill>
                <a:latin typeface="Calibri" pitchFamily="34" charset="0"/>
                <a:ea typeface="Calibri" pitchFamily="34" charset="-122"/>
                <a:cs typeface="Calibri" pitchFamily="34" charset="-120"/>
              </a:rPr>
              <a:t>Es importante entender que la lógica es acumulativa, por lo que las primeras clases son muy importantes para comprender dinámicas y procesos que damos sobre el final del curso.</a:t>
            </a:r>
            <a:endParaRPr lang="es-UY" sz="1200" noProof="0" dirty="0"/>
          </a:p>
        </p:txBody>
      </p:sp>
      <p:sp>
        <p:nvSpPr>
          <p:cNvPr id="20" name="Shape 18"/>
          <p:cNvSpPr/>
          <p:nvPr/>
        </p:nvSpPr>
        <p:spPr>
          <a:xfrm>
            <a:off x="4709160" y="2880360"/>
            <a:ext cx="3977640" cy="1888588"/>
          </a:xfrm>
          <a:prstGeom prst="roundRect">
            <a:avLst>
              <a:gd name="adj" fmla="val 3529"/>
            </a:avLst>
          </a:prstGeom>
          <a:solidFill>
            <a:srgbClr val="F4ECFB"/>
          </a:solidFill>
          <a:ln w="12700">
            <a:solidFill>
              <a:srgbClr val="F4ECFB"/>
            </a:solidFill>
            <a:prstDash val="solid"/>
          </a:ln>
        </p:spPr>
        <p:txBody>
          <a:bodyPr/>
          <a:lstStyle/>
          <a:p>
            <a:endParaRPr lang="es-UY" noProof="0" dirty="0"/>
          </a:p>
        </p:txBody>
      </p:sp>
      <p:sp>
        <p:nvSpPr>
          <p:cNvPr id="21" name="Shape 19"/>
          <p:cNvSpPr/>
          <p:nvPr/>
        </p:nvSpPr>
        <p:spPr>
          <a:xfrm>
            <a:off x="4892040" y="3063240"/>
            <a:ext cx="411480" cy="411480"/>
          </a:xfrm>
          <a:prstGeom prst="ellipse">
            <a:avLst/>
          </a:prstGeom>
          <a:solidFill>
            <a:srgbClr val="5A189A"/>
          </a:solidFill>
          <a:ln w="12700">
            <a:solidFill>
              <a:srgbClr val="5A189A"/>
            </a:solidFill>
            <a:prstDash val="solid"/>
          </a:ln>
        </p:spPr>
        <p:txBody>
          <a:bodyPr/>
          <a:lstStyle/>
          <a:p>
            <a:endParaRPr lang="es-UY" noProof="0" dirty="0"/>
          </a:p>
        </p:txBody>
      </p:sp>
      <p:sp>
        <p:nvSpPr>
          <p:cNvPr id="22" name="Text 20"/>
          <p:cNvSpPr txBox="1"/>
          <p:nvPr/>
        </p:nvSpPr>
        <p:spPr>
          <a:xfrm>
            <a:off x="4892040" y="3063240"/>
            <a:ext cx="411480" cy="411480"/>
          </a:xfrm>
          <a:prstGeom prst="rect">
            <a:avLst/>
          </a:prstGeom>
          <a:noFill/>
          <a:ln/>
        </p:spPr>
        <p:txBody>
          <a:bodyPr wrap="square" lIns="0" tIns="0" rIns="0" bIns="0" rtlCol="0" anchor="ctr"/>
          <a:lstStyle/>
          <a:p>
            <a:pPr marL="0" indent="0" algn="ctr">
              <a:buNone/>
            </a:pPr>
            <a:r>
              <a:rPr lang="es-UY" sz="1400" b="1" noProof="0" dirty="0">
                <a:solidFill>
                  <a:srgbClr val="FFFFFF"/>
                </a:solidFill>
                <a:latin typeface="Oswald" pitchFamily="34" charset="0"/>
                <a:ea typeface="Oswald" pitchFamily="34" charset="-122"/>
                <a:cs typeface="Oswald" pitchFamily="34" charset="-120"/>
              </a:rPr>
              <a:t>4</a:t>
            </a:r>
            <a:endParaRPr lang="es-UY" sz="1400" noProof="0" dirty="0"/>
          </a:p>
        </p:txBody>
      </p:sp>
      <p:sp>
        <p:nvSpPr>
          <p:cNvPr id="23" name="Text 21"/>
          <p:cNvSpPr txBox="1"/>
          <p:nvPr/>
        </p:nvSpPr>
        <p:spPr>
          <a:xfrm>
            <a:off x="5440680" y="3044952"/>
            <a:ext cx="3063240" cy="457200"/>
          </a:xfrm>
          <a:prstGeom prst="rect">
            <a:avLst/>
          </a:prstGeom>
          <a:noFill/>
          <a:ln/>
        </p:spPr>
        <p:txBody>
          <a:bodyPr wrap="square" lIns="0" tIns="0" rIns="0" bIns="0" rtlCol="0" anchor="ctr"/>
          <a:lstStyle/>
          <a:p>
            <a:pPr marL="0" indent="0">
              <a:buNone/>
            </a:pPr>
            <a:r>
              <a:rPr lang="es-UY" sz="1500" b="1" dirty="0">
                <a:solidFill>
                  <a:srgbClr val="2E0A4E"/>
                </a:solidFill>
                <a:latin typeface="Oswald" pitchFamily="34" charset="0"/>
              </a:rPr>
              <a:t>Preguntar todo</a:t>
            </a:r>
            <a:endParaRPr lang="es-UY" sz="1500" noProof="0" dirty="0"/>
          </a:p>
        </p:txBody>
      </p:sp>
      <p:sp>
        <p:nvSpPr>
          <p:cNvPr id="24" name="Text 22"/>
          <p:cNvSpPr txBox="1"/>
          <p:nvPr/>
        </p:nvSpPr>
        <p:spPr>
          <a:xfrm>
            <a:off x="5440680" y="3520440"/>
            <a:ext cx="3063240" cy="822960"/>
          </a:xfrm>
          <a:prstGeom prst="rect">
            <a:avLst/>
          </a:prstGeom>
          <a:noFill/>
          <a:ln/>
        </p:spPr>
        <p:txBody>
          <a:bodyPr wrap="square" lIns="0" tIns="0" rIns="0" bIns="0" rtlCol="0" anchor="t"/>
          <a:lstStyle/>
          <a:p>
            <a:pPr marL="0" indent="0">
              <a:buNone/>
            </a:pPr>
            <a:r>
              <a:rPr lang="es-UY" sz="1200" noProof="0" dirty="0">
                <a:solidFill>
                  <a:srgbClr val="2E0A4E"/>
                </a:solidFill>
                <a:latin typeface="Calibri" pitchFamily="34" charset="0"/>
                <a:ea typeface="Calibri" pitchFamily="34" charset="-122"/>
                <a:cs typeface="Calibri" pitchFamily="34" charset="-120"/>
              </a:rPr>
              <a:t>La dinámica de taller tiene la ventaja que nos permite intercambiar cada vez que nos trancamos. Esto puede ser muy informativo también para otros compañer@s, por lo que se pide preguntar todo, sin importar si parece sencillo de responder.</a:t>
            </a:r>
            <a:endParaRPr lang="es-UY" sz="1200" noProof="0" dirty="0"/>
          </a:p>
        </p:txBody>
      </p:sp>
      <p:sp>
        <p:nvSpPr>
          <p:cNvPr id="26" name="Text 6">
            <a:extLst>
              <a:ext uri="{FF2B5EF4-FFF2-40B4-BE49-F238E27FC236}">
                <a16:creationId xmlns:a16="http://schemas.microsoft.com/office/drawing/2014/main" id="{EA336320-F194-88DF-612C-B932A3945FD6}"/>
              </a:ext>
            </a:extLst>
          </p:cNvPr>
          <p:cNvSpPr txBox="1"/>
          <p:nvPr/>
        </p:nvSpPr>
        <p:spPr>
          <a:xfrm>
            <a:off x="5440680" y="1351026"/>
            <a:ext cx="3063240" cy="457200"/>
          </a:xfrm>
          <a:prstGeom prst="rect">
            <a:avLst/>
          </a:prstGeom>
          <a:noFill/>
          <a:ln/>
        </p:spPr>
        <p:txBody>
          <a:bodyPr wrap="square" lIns="0" tIns="0" rIns="0" bIns="0" rtlCol="0" anchor="ctr"/>
          <a:lstStyle/>
          <a:p>
            <a:pPr marL="0" indent="0">
              <a:buNone/>
            </a:pPr>
            <a:r>
              <a:rPr lang="es-UY" sz="1500" b="1" dirty="0">
                <a:solidFill>
                  <a:srgbClr val="2E0A4E"/>
                </a:solidFill>
                <a:latin typeface="Oswald" pitchFamily="34" charset="0"/>
              </a:rPr>
              <a:t>Personalización</a:t>
            </a:r>
            <a:endParaRPr lang="es-UY" sz="15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E6A4496-65EB-E7B5-ACA0-C13A79DEC80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A5FB64A-223F-F627-6E58-9363C7C407B0}"/>
              </a:ext>
            </a:extLst>
          </p:cNvPr>
          <p:cNvSpPr txBox="1"/>
          <p:nvPr/>
        </p:nvSpPr>
        <p:spPr>
          <a:xfrm>
            <a:off x="502920" y="314765"/>
            <a:ext cx="7040880" cy="640080"/>
          </a:xfrm>
          <a:prstGeom prst="rect">
            <a:avLst/>
          </a:prstGeom>
          <a:noFill/>
          <a:ln/>
        </p:spPr>
        <p:txBody>
          <a:bodyPr wrap="square" lIns="0" tIns="0" rIns="0" bIns="0" rtlCol="0" anchor="ctr"/>
          <a:lstStyle/>
          <a:p>
            <a:pPr marL="0" indent="0">
              <a:buNone/>
            </a:pPr>
            <a:r>
              <a:rPr lang="es-UY" sz="3000" b="1" noProof="0" dirty="0">
                <a:solidFill>
                  <a:srgbClr val="2E0A4E"/>
                </a:solidFill>
                <a:latin typeface="Oswald" pitchFamily="34" charset="0"/>
                <a:ea typeface="Oswald" pitchFamily="34" charset="-122"/>
                <a:cs typeface="Oswald" pitchFamily="34" charset="-120"/>
              </a:rPr>
              <a:t>Recomendaciones</a:t>
            </a:r>
            <a:endParaRPr lang="es-UY" sz="3000" noProof="0" dirty="0"/>
          </a:p>
        </p:txBody>
      </p:sp>
      <p:sp>
        <p:nvSpPr>
          <p:cNvPr id="5" name="Shape 3">
            <a:extLst>
              <a:ext uri="{FF2B5EF4-FFF2-40B4-BE49-F238E27FC236}">
                <a16:creationId xmlns:a16="http://schemas.microsoft.com/office/drawing/2014/main" id="{751BE1EB-D37B-672A-B008-CB4D648C771C}"/>
              </a:ext>
            </a:extLst>
          </p:cNvPr>
          <p:cNvSpPr/>
          <p:nvPr/>
        </p:nvSpPr>
        <p:spPr>
          <a:xfrm>
            <a:off x="502920" y="1188720"/>
            <a:ext cx="3977640" cy="1554480"/>
          </a:xfrm>
          <a:prstGeom prst="roundRect">
            <a:avLst>
              <a:gd name="adj" fmla="val 3529"/>
            </a:avLst>
          </a:prstGeom>
          <a:solidFill>
            <a:srgbClr val="FCECEC"/>
          </a:solidFill>
          <a:ln w="12700">
            <a:solidFill>
              <a:srgbClr val="F4ECFB"/>
            </a:solidFill>
            <a:prstDash val="solid"/>
          </a:ln>
        </p:spPr>
        <p:txBody>
          <a:bodyPr/>
          <a:lstStyle/>
          <a:p>
            <a:endParaRPr lang="es-UY" noProof="0" dirty="0"/>
          </a:p>
        </p:txBody>
      </p:sp>
      <p:sp>
        <p:nvSpPr>
          <p:cNvPr id="6" name="Shape 4">
            <a:extLst>
              <a:ext uri="{FF2B5EF4-FFF2-40B4-BE49-F238E27FC236}">
                <a16:creationId xmlns:a16="http://schemas.microsoft.com/office/drawing/2014/main" id="{1E288EA8-81BD-1A46-1F15-39403DD62A62}"/>
              </a:ext>
            </a:extLst>
          </p:cNvPr>
          <p:cNvSpPr/>
          <p:nvPr/>
        </p:nvSpPr>
        <p:spPr>
          <a:xfrm>
            <a:off x="685800" y="1371600"/>
            <a:ext cx="411480" cy="411480"/>
          </a:xfrm>
          <a:prstGeom prst="ellipse">
            <a:avLst/>
          </a:prstGeom>
          <a:solidFill>
            <a:srgbClr val="C00000"/>
          </a:solidFill>
          <a:ln w="12700">
            <a:solidFill>
              <a:srgbClr val="5A189A"/>
            </a:solidFill>
            <a:prstDash val="solid"/>
          </a:ln>
        </p:spPr>
        <p:txBody>
          <a:bodyPr/>
          <a:lstStyle/>
          <a:p>
            <a:endParaRPr lang="es-UY" noProof="0" dirty="0"/>
          </a:p>
        </p:txBody>
      </p:sp>
      <p:sp>
        <p:nvSpPr>
          <p:cNvPr id="7" name="Text 5">
            <a:extLst>
              <a:ext uri="{FF2B5EF4-FFF2-40B4-BE49-F238E27FC236}">
                <a16:creationId xmlns:a16="http://schemas.microsoft.com/office/drawing/2014/main" id="{AF8A8EF1-DB9D-D56C-4818-42B70576A704}"/>
              </a:ext>
            </a:extLst>
          </p:cNvPr>
          <p:cNvSpPr txBox="1"/>
          <p:nvPr/>
        </p:nvSpPr>
        <p:spPr>
          <a:xfrm>
            <a:off x="685800" y="1371600"/>
            <a:ext cx="411480" cy="411480"/>
          </a:xfrm>
          <a:prstGeom prst="rect">
            <a:avLst/>
          </a:prstGeom>
          <a:noFill/>
          <a:ln/>
        </p:spPr>
        <p:txBody>
          <a:bodyPr wrap="square" lIns="0" tIns="0" rIns="0" bIns="0" rtlCol="0" anchor="ctr"/>
          <a:lstStyle/>
          <a:p>
            <a:pPr marL="0" indent="0" algn="ctr">
              <a:buNone/>
            </a:pPr>
            <a:r>
              <a:rPr lang="es-UY" sz="1400" b="1" noProof="0" dirty="0">
                <a:solidFill>
                  <a:srgbClr val="FFFFFF"/>
                </a:solidFill>
                <a:latin typeface="Oswald" pitchFamily="34" charset="0"/>
                <a:ea typeface="Oswald" pitchFamily="34" charset="-122"/>
                <a:cs typeface="Oswald" pitchFamily="34" charset="-120"/>
              </a:rPr>
              <a:t>1</a:t>
            </a:r>
            <a:endParaRPr lang="es-UY" sz="1400" noProof="0" dirty="0"/>
          </a:p>
        </p:txBody>
      </p:sp>
      <p:sp>
        <p:nvSpPr>
          <p:cNvPr id="8" name="Text 6">
            <a:extLst>
              <a:ext uri="{FF2B5EF4-FFF2-40B4-BE49-F238E27FC236}">
                <a16:creationId xmlns:a16="http://schemas.microsoft.com/office/drawing/2014/main" id="{1A69F726-CD79-8BE5-260B-77FAE7D01142}"/>
              </a:ext>
            </a:extLst>
          </p:cNvPr>
          <p:cNvSpPr txBox="1"/>
          <p:nvPr/>
        </p:nvSpPr>
        <p:spPr>
          <a:xfrm>
            <a:off x="1234440" y="1353312"/>
            <a:ext cx="3063240" cy="457200"/>
          </a:xfrm>
          <a:prstGeom prst="rect">
            <a:avLst/>
          </a:prstGeom>
          <a:noFill/>
          <a:ln/>
        </p:spPr>
        <p:txBody>
          <a:bodyPr wrap="square" lIns="0" tIns="0" rIns="0" bIns="0" rtlCol="0" anchor="ctr"/>
          <a:lstStyle/>
          <a:p>
            <a:pPr marL="0" indent="0">
              <a:buNone/>
            </a:pPr>
            <a:r>
              <a:rPr lang="es-UY" sz="1500" b="1" noProof="0" dirty="0">
                <a:solidFill>
                  <a:srgbClr val="2E0A4E"/>
                </a:solidFill>
                <a:latin typeface="Oswald" pitchFamily="34" charset="0"/>
              </a:rPr>
              <a:t>Tener un traductor a mano</a:t>
            </a:r>
            <a:endParaRPr lang="es-UY" sz="1500" noProof="0" dirty="0"/>
          </a:p>
        </p:txBody>
      </p:sp>
      <p:sp>
        <p:nvSpPr>
          <p:cNvPr id="9" name="Text 7">
            <a:extLst>
              <a:ext uri="{FF2B5EF4-FFF2-40B4-BE49-F238E27FC236}">
                <a16:creationId xmlns:a16="http://schemas.microsoft.com/office/drawing/2014/main" id="{80CF6034-7B96-F6E0-0A92-DF8178721BAC}"/>
              </a:ext>
            </a:extLst>
          </p:cNvPr>
          <p:cNvSpPr txBox="1"/>
          <p:nvPr/>
        </p:nvSpPr>
        <p:spPr>
          <a:xfrm>
            <a:off x="1234440" y="1828800"/>
            <a:ext cx="3063240" cy="822960"/>
          </a:xfrm>
          <a:prstGeom prst="rect">
            <a:avLst/>
          </a:prstGeom>
          <a:noFill/>
          <a:ln/>
        </p:spPr>
        <p:txBody>
          <a:bodyPr wrap="square" lIns="0" tIns="0" rIns="0" bIns="0" rtlCol="0" anchor="t"/>
          <a:lstStyle/>
          <a:p>
            <a:pPr marL="0" indent="0">
              <a:buNone/>
            </a:pPr>
            <a:r>
              <a:rPr lang="es-UY" sz="1200" dirty="0">
                <a:solidFill>
                  <a:srgbClr val="2E0A4E"/>
                </a:solidFill>
                <a:latin typeface="Calibri" pitchFamily="34" charset="0"/>
                <a:ea typeface="Calibri" pitchFamily="34" charset="-122"/>
                <a:cs typeface="Calibri" pitchFamily="34" charset="-120"/>
              </a:rPr>
              <a:t>Muchas de las funciones, errores, avisos, y otros elementos de la programación en R están en inglés. </a:t>
            </a:r>
            <a:endParaRPr lang="es-UY" sz="1200" noProof="0" dirty="0"/>
          </a:p>
        </p:txBody>
      </p:sp>
      <p:sp>
        <p:nvSpPr>
          <p:cNvPr id="10" name="Shape 8">
            <a:extLst>
              <a:ext uri="{FF2B5EF4-FFF2-40B4-BE49-F238E27FC236}">
                <a16:creationId xmlns:a16="http://schemas.microsoft.com/office/drawing/2014/main" id="{A6C2977D-B146-9AD6-19E9-5DAF2D92D8BF}"/>
              </a:ext>
            </a:extLst>
          </p:cNvPr>
          <p:cNvSpPr/>
          <p:nvPr/>
        </p:nvSpPr>
        <p:spPr>
          <a:xfrm>
            <a:off x="4709160" y="1188720"/>
            <a:ext cx="3977640" cy="1554480"/>
          </a:xfrm>
          <a:prstGeom prst="roundRect">
            <a:avLst>
              <a:gd name="adj" fmla="val 3529"/>
            </a:avLst>
          </a:prstGeom>
          <a:solidFill>
            <a:srgbClr val="FCECEC"/>
          </a:solidFill>
          <a:ln w="12700">
            <a:solidFill>
              <a:srgbClr val="F4ECFB"/>
            </a:solidFill>
            <a:prstDash val="solid"/>
          </a:ln>
        </p:spPr>
        <p:txBody>
          <a:bodyPr/>
          <a:lstStyle/>
          <a:p>
            <a:endParaRPr lang="es-UY" noProof="0" dirty="0"/>
          </a:p>
        </p:txBody>
      </p:sp>
      <p:sp>
        <p:nvSpPr>
          <p:cNvPr id="11" name="Shape 9">
            <a:extLst>
              <a:ext uri="{FF2B5EF4-FFF2-40B4-BE49-F238E27FC236}">
                <a16:creationId xmlns:a16="http://schemas.microsoft.com/office/drawing/2014/main" id="{2ACEBB2C-865A-3E86-7A0B-D46CEE5CBE05}"/>
              </a:ext>
            </a:extLst>
          </p:cNvPr>
          <p:cNvSpPr/>
          <p:nvPr/>
        </p:nvSpPr>
        <p:spPr>
          <a:xfrm>
            <a:off x="4892040" y="1371600"/>
            <a:ext cx="411480" cy="411480"/>
          </a:xfrm>
          <a:prstGeom prst="ellipse">
            <a:avLst/>
          </a:prstGeom>
          <a:solidFill>
            <a:srgbClr val="C00000"/>
          </a:solidFill>
          <a:ln w="12700">
            <a:solidFill>
              <a:srgbClr val="5A189A"/>
            </a:solidFill>
            <a:prstDash val="solid"/>
          </a:ln>
        </p:spPr>
        <p:txBody>
          <a:bodyPr/>
          <a:lstStyle/>
          <a:p>
            <a:endParaRPr lang="es-UY" noProof="0" dirty="0"/>
          </a:p>
        </p:txBody>
      </p:sp>
      <p:sp>
        <p:nvSpPr>
          <p:cNvPr id="12" name="Text 10">
            <a:extLst>
              <a:ext uri="{FF2B5EF4-FFF2-40B4-BE49-F238E27FC236}">
                <a16:creationId xmlns:a16="http://schemas.microsoft.com/office/drawing/2014/main" id="{74D36484-DC68-881E-0CB5-F424835F3F42}"/>
              </a:ext>
            </a:extLst>
          </p:cNvPr>
          <p:cNvSpPr txBox="1"/>
          <p:nvPr/>
        </p:nvSpPr>
        <p:spPr>
          <a:xfrm>
            <a:off x="4892040" y="1371600"/>
            <a:ext cx="411480" cy="411480"/>
          </a:xfrm>
          <a:prstGeom prst="rect">
            <a:avLst/>
          </a:prstGeom>
          <a:noFill/>
          <a:ln/>
        </p:spPr>
        <p:txBody>
          <a:bodyPr wrap="square" lIns="0" tIns="0" rIns="0" bIns="0" rtlCol="0" anchor="ctr"/>
          <a:lstStyle/>
          <a:p>
            <a:pPr marL="0" indent="0" algn="ctr">
              <a:buNone/>
            </a:pPr>
            <a:r>
              <a:rPr lang="es-UY" sz="1400" b="1" noProof="0" dirty="0">
                <a:solidFill>
                  <a:srgbClr val="FFFFFF"/>
                </a:solidFill>
                <a:latin typeface="Oswald" pitchFamily="34" charset="0"/>
                <a:ea typeface="Oswald" pitchFamily="34" charset="-122"/>
                <a:cs typeface="Oswald" pitchFamily="34" charset="-120"/>
              </a:rPr>
              <a:t>2</a:t>
            </a:r>
            <a:endParaRPr lang="es-UY" sz="1400" noProof="0" dirty="0"/>
          </a:p>
        </p:txBody>
      </p:sp>
      <p:sp>
        <p:nvSpPr>
          <p:cNvPr id="13" name="Text 11">
            <a:extLst>
              <a:ext uri="{FF2B5EF4-FFF2-40B4-BE49-F238E27FC236}">
                <a16:creationId xmlns:a16="http://schemas.microsoft.com/office/drawing/2014/main" id="{96B5D6D8-1548-8F25-08C0-B6FCF16132F1}"/>
              </a:ext>
            </a:extLst>
          </p:cNvPr>
          <p:cNvSpPr txBox="1"/>
          <p:nvPr/>
        </p:nvSpPr>
        <p:spPr>
          <a:xfrm>
            <a:off x="5440680" y="1353312"/>
            <a:ext cx="3063240" cy="457200"/>
          </a:xfrm>
          <a:prstGeom prst="rect">
            <a:avLst/>
          </a:prstGeom>
          <a:noFill/>
          <a:ln/>
        </p:spPr>
        <p:txBody>
          <a:bodyPr wrap="square" lIns="0" tIns="0" rIns="0" bIns="0" rtlCol="0" anchor="ctr"/>
          <a:lstStyle/>
          <a:p>
            <a:pPr marL="0" indent="0">
              <a:buNone/>
            </a:pPr>
            <a:endParaRPr lang="es-UY" sz="1500" noProof="0" dirty="0"/>
          </a:p>
        </p:txBody>
      </p:sp>
      <p:sp>
        <p:nvSpPr>
          <p:cNvPr id="14" name="Text 12">
            <a:extLst>
              <a:ext uri="{FF2B5EF4-FFF2-40B4-BE49-F238E27FC236}">
                <a16:creationId xmlns:a16="http://schemas.microsoft.com/office/drawing/2014/main" id="{77BDDB8E-5B0D-7BDD-6003-FFFD14E8CEC4}"/>
              </a:ext>
            </a:extLst>
          </p:cNvPr>
          <p:cNvSpPr txBox="1"/>
          <p:nvPr/>
        </p:nvSpPr>
        <p:spPr>
          <a:xfrm>
            <a:off x="5440680" y="1828800"/>
            <a:ext cx="3063240" cy="822960"/>
          </a:xfrm>
          <a:prstGeom prst="rect">
            <a:avLst/>
          </a:prstGeom>
          <a:noFill/>
          <a:ln/>
        </p:spPr>
        <p:txBody>
          <a:bodyPr wrap="square" lIns="0" tIns="0" rIns="0" bIns="0" rtlCol="0" anchor="t"/>
          <a:lstStyle/>
          <a:p>
            <a:pPr marL="0" indent="0">
              <a:buNone/>
            </a:pPr>
            <a:r>
              <a:rPr lang="es-UY" sz="1200" dirty="0">
                <a:solidFill>
                  <a:srgbClr val="2E0A4E"/>
                </a:solidFill>
                <a:latin typeface="Calibri" pitchFamily="34" charset="0"/>
                <a:ea typeface="Calibri" pitchFamily="34" charset="-122"/>
                <a:cs typeface="Calibri" pitchFamily="34" charset="-120"/>
              </a:rPr>
              <a:t>Conviene leer con detenimiento los errores y los avisos que aparezcan en consola para ir entendiendo a qué refieren y cómo arreglarlos.</a:t>
            </a:r>
            <a:endParaRPr lang="es-UY" sz="1200" noProof="0" dirty="0"/>
          </a:p>
        </p:txBody>
      </p:sp>
      <p:sp>
        <p:nvSpPr>
          <p:cNvPr id="15" name="Shape 13">
            <a:extLst>
              <a:ext uri="{FF2B5EF4-FFF2-40B4-BE49-F238E27FC236}">
                <a16:creationId xmlns:a16="http://schemas.microsoft.com/office/drawing/2014/main" id="{753D0E85-65F2-19E9-35EE-ADE1DA089466}"/>
              </a:ext>
            </a:extLst>
          </p:cNvPr>
          <p:cNvSpPr/>
          <p:nvPr/>
        </p:nvSpPr>
        <p:spPr>
          <a:xfrm>
            <a:off x="502920" y="2880360"/>
            <a:ext cx="3977640" cy="1740878"/>
          </a:xfrm>
          <a:prstGeom prst="roundRect">
            <a:avLst>
              <a:gd name="adj" fmla="val 3529"/>
            </a:avLst>
          </a:prstGeom>
          <a:solidFill>
            <a:srgbClr val="FCECEC"/>
          </a:solidFill>
          <a:ln w="12700">
            <a:solidFill>
              <a:srgbClr val="F4ECFB"/>
            </a:solidFill>
            <a:prstDash val="solid"/>
          </a:ln>
        </p:spPr>
        <p:txBody>
          <a:bodyPr/>
          <a:lstStyle/>
          <a:p>
            <a:endParaRPr lang="es-UY" noProof="0" dirty="0"/>
          </a:p>
        </p:txBody>
      </p:sp>
      <p:sp>
        <p:nvSpPr>
          <p:cNvPr id="16" name="Shape 14">
            <a:extLst>
              <a:ext uri="{FF2B5EF4-FFF2-40B4-BE49-F238E27FC236}">
                <a16:creationId xmlns:a16="http://schemas.microsoft.com/office/drawing/2014/main" id="{BE75B6C3-146B-CFC6-E611-5269DE21A8DA}"/>
              </a:ext>
            </a:extLst>
          </p:cNvPr>
          <p:cNvSpPr/>
          <p:nvPr/>
        </p:nvSpPr>
        <p:spPr>
          <a:xfrm>
            <a:off x="685800" y="3063240"/>
            <a:ext cx="411480" cy="411480"/>
          </a:xfrm>
          <a:prstGeom prst="ellipse">
            <a:avLst/>
          </a:prstGeom>
          <a:solidFill>
            <a:srgbClr val="C00000"/>
          </a:solidFill>
          <a:ln w="12700">
            <a:solidFill>
              <a:srgbClr val="5A189A"/>
            </a:solidFill>
            <a:prstDash val="solid"/>
          </a:ln>
        </p:spPr>
        <p:txBody>
          <a:bodyPr/>
          <a:lstStyle/>
          <a:p>
            <a:endParaRPr lang="es-UY" noProof="0" dirty="0"/>
          </a:p>
        </p:txBody>
      </p:sp>
      <p:sp>
        <p:nvSpPr>
          <p:cNvPr id="17" name="Text 15">
            <a:extLst>
              <a:ext uri="{FF2B5EF4-FFF2-40B4-BE49-F238E27FC236}">
                <a16:creationId xmlns:a16="http://schemas.microsoft.com/office/drawing/2014/main" id="{97D3AD73-BCBA-1DAA-AA04-82F1C8FFCE41}"/>
              </a:ext>
            </a:extLst>
          </p:cNvPr>
          <p:cNvSpPr txBox="1"/>
          <p:nvPr/>
        </p:nvSpPr>
        <p:spPr>
          <a:xfrm>
            <a:off x="685800" y="3061482"/>
            <a:ext cx="411480" cy="411480"/>
          </a:xfrm>
          <a:prstGeom prst="rect">
            <a:avLst/>
          </a:prstGeom>
          <a:noFill/>
          <a:ln/>
        </p:spPr>
        <p:txBody>
          <a:bodyPr wrap="square" lIns="0" tIns="0" rIns="0" bIns="0" rtlCol="0" anchor="ctr"/>
          <a:lstStyle/>
          <a:p>
            <a:pPr marL="0" indent="0" algn="ctr">
              <a:buNone/>
            </a:pPr>
            <a:r>
              <a:rPr lang="es-UY" sz="1400" b="1" noProof="0" dirty="0">
                <a:solidFill>
                  <a:srgbClr val="FFFFFF"/>
                </a:solidFill>
                <a:latin typeface="Oswald" pitchFamily="34" charset="0"/>
                <a:ea typeface="Oswald" pitchFamily="34" charset="-122"/>
                <a:cs typeface="Oswald" pitchFamily="34" charset="-120"/>
              </a:rPr>
              <a:t>3</a:t>
            </a:r>
            <a:endParaRPr lang="es-UY" sz="1400" noProof="0" dirty="0"/>
          </a:p>
        </p:txBody>
      </p:sp>
      <p:sp>
        <p:nvSpPr>
          <p:cNvPr id="18" name="Text 16">
            <a:extLst>
              <a:ext uri="{FF2B5EF4-FFF2-40B4-BE49-F238E27FC236}">
                <a16:creationId xmlns:a16="http://schemas.microsoft.com/office/drawing/2014/main" id="{7F539897-D1CC-B24E-88C6-FC1D737355E0}"/>
              </a:ext>
            </a:extLst>
          </p:cNvPr>
          <p:cNvSpPr txBox="1"/>
          <p:nvPr/>
        </p:nvSpPr>
        <p:spPr>
          <a:xfrm>
            <a:off x="1234440" y="3044952"/>
            <a:ext cx="3063240" cy="457200"/>
          </a:xfrm>
          <a:prstGeom prst="rect">
            <a:avLst/>
          </a:prstGeom>
          <a:noFill/>
          <a:ln/>
        </p:spPr>
        <p:txBody>
          <a:bodyPr wrap="square" lIns="0" tIns="0" rIns="0" bIns="0" rtlCol="0" anchor="ctr"/>
          <a:lstStyle/>
          <a:p>
            <a:pPr marL="0" indent="0">
              <a:buNone/>
            </a:pPr>
            <a:r>
              <a:rPr lang="es-UY" sz="1500" b="1" noProof="0" dirty="0">
                <a:solidFill>
                  <a:srgbClr val="2E0A4E"/>
                </a:solidFill>
                <a:latin typeface="Oswald" pitchFamily="34" charset="0"/>
                <a:ea typeface="Oswald" pitchFamily="34" charset="-122"/>
                <a:cs typeface="Oswald" pitchFamily="34" charset="-120"/>
              </a:rPr>
              <a:t>La práctica es imprescindible</a:t>
            </a:r>
            <a:endParaRPr lang="es-UY" sz="1500" noProof="0" dirty="0"/>
          </a:p>
        </p:txBody>
      </p:sp>
      <p:sp>
        <p:nvSpPr>
          <p:cNvPr id="19" name="Text 17">
            <a:extLst>
              <a:ext uri="{FF2B5EF4-FFF2-40B4-BE49-F238E27FC236}">
                <a16:creationId xmlns:a16="http://schemas.microsoft.com/office/drawing/2014/main" id="{C6292E9F-203E-BA6A-CAB2-C4EA88BB6D57}"/>
              </a:ext>
            </a:extLst>
          </p:cNvPr>
          <p:cNvSpPr txBox="1"/>
          <p:nvPr/>
        </p:nvSpPr>
        <p:spPr>
          <a:xfrm>
            <a:off x="1234440" y="3520440"/>
            <a:ext cx="3063240" cy="822960"/>
          </a:xfrm>
          <a:prstGeom prst="rect">
            <a:avLst/>
          </a:prstGeom>
          <a:noFill/>
          <a:ln/>
        </p:spPr>
        <p:txBody>
          <a:bodyPr wrap="square" lIns="0" tIns="0" rIns="0" bIns="0" rtlCol="0" anchor="t"/>
          <a:lstStyle/>
          <a:p>
            <a:pPr marL="0" indent="0">
              <a:buNone/>
            </a:pPr>
            <a:r>
              <a:rPr lang="es-UY" sz="1200" noProof="0" dirty="0">
                <a:solidFill>
                  <a:srgbClr val="2E0A4E"/>
                </a:solidFill>
                <a:latin typeface="Calibri" pitchFamily="34" charset="0"/>
                <a:ea typeface="Calibri" pitchFamily="34" charset="-122"/>
                <a:cs typeface="Calibri" pitchFamily="34" charset="-120"/>
              </a:rPr>
              <a:t>El uso de ciertos lenguajes como R y de ciertos paquetes como Shiny tienen siempre un costo de entrada, que puede ser alto. La práctica es muchas veces imprescindible para superar esa etapa.</a:t>
            </a:r>
            <a:endParaRPr lang="es-UY" sz="1200" noProof="0" dirty="0"/>
          </a:p>
        </p:txBody>
      </p:sp>
      <p:sp>
        <p:nvSpPr>
          <p:cNvPr id="20" name="Shape 18">
            <a:extLst>
              <a:ext uri="{FF2B5EF4-FFF2-40B4-BE49-F238E27FC236}">
                <a16:creationId xmlns:a16="http://schemas.microsoft.com/office/drawing/2014/main" id="{8E1CDE88-B422-5844-1EF9-3578602E8F92}"/>
              </a:ext>
            </a:extLst>
          </p:cNvPr>
          <p:cNvSpPr/>
          <p:nvPr/>
        </p:nvSpPr>
        <p:spPr>
          <a:xfrm>
            <a:off x="4709160" y="2880360"/>
            <a:ext cx="3977640" cy="1740878"/>
          </a:xfrm>
          <a:prstGeom prst="roundRect">
            <a:avLst>
              <a:gd name="adj" fmla="val 3529"/>
            </a:avLst>
          </a:prstGeom>
          <a:solidFill>
            <a:srgbClr val="FCECEC"/>
          </a:solidFill>
          <a:ln w="12700">
            <a:solidFill>
              <a:srgbClr val="F4ECFB"/>
            </a:solidFill>
            <a:prstDash val="solid"/>
          </a:ln>
        </p:spPr>
        <p:txBody>
          <a:bodyPr/>
          <a:lstStyle/>
          <a:p>
            <a:endParaRPr lang="es-UY" noProof="0" dirty="0"/>
          </a:p>
        </p:txBody>
      </p:sp>
      <p:sp>
        <p:nvSpPr>
          <p:cNvPr id="21" name="Shape 19">
            <a:extLst>
              <a:ext uri="{FF2B5EF4-FFF2-40B4-BE49-F238E27FC236}">
                <a16:creationId xmlns:a16="http://schemas.microsoft.com/office/drawing/2014/main" id="{F505CBD2-590D-4316-E2CE-480F1A94B113}"/>
              </a:ext>
            </a:extLst>
          </p:cNvPr>
          <p:cNvSpPr/>
          <p:nvPr/>
        </p:nvSpPr>
        <p:spPr>
          <a:xfrm>
            <a:off x="4892040" y="3063240"/>
            <a:ext cx="411480" cy="411480"/>
          </a:xfrm>
          <a:prstGeom prst="ellipse">
            <a:avLst/>
          </a:prstGeom>
          <a:solidFill>
            <a:srgbClr val="C00000"/>
          </a:solidFill>
          <a:ln w="12700">
            <a:solidFill>
              <a:srgbClr val="5A189A"/>
            </a:solidFill>
            <a:prstDash val="solid"/>
          </a:ln>
        </p:spPr>
        <p:txBody>
          <a:bodyPr/>
          <a:lstStyle/>
          <a:p>
            <a:endParaRPr lang="es-UY" noProof="0" dirty="0"/>
          </a:p>
        </p:txBody>
      </p:sp>
      <p:sp>
        <p:nvSpPr>
          <p:cNvPr id="22" name="Text 20">
            <a:extLst>
              <a:ext uri="{FF2B5EF4-FFF2-40B4-BE49-F238E27FC236}">
                <a16:creationId xmlns:a16="http://schemas.microsoft.com/office/drawing/2014/main" id="{F8FBA41B-08AC-E88D-1553-CFF82C44A54C}"/>
              </a:ext>
            </a:extLst>
          </p:cNvPr>
          <p:cNvSpPr txBox="1"/>
          <p:nvPr/>
        </p:nvSpPr>
        <p:spPr>
          <a:xfrm>
            <a:off x="4892040" y="3071329"/>
            <a:ext cx="411480" cy="411480"/>
          </a:xfrm>
          <a:prstGeom prst="rect">
            <a:avLst/>
          </a:prstGeom>
          <a:noFill/>
          <a:ln/>
        </p:spPr>
        <p:txBody>
          <a:bodyPr wrap="square" lIns="0" tIns="0" rIns="0" bIns="0" rtlCol="0" anchor="ctr"/>
          <a:lstStyle/>
          <a:p>
            <a:pPr marL="0" indent="0" algn="ctr">
              <a:buNone/>
            </a:pPr>
            <a:r>
              <a:rPr lang="es-UY" sz="1400" b="1" noProof="0" dirty="0">
                <a:solidFill>
                  <a:srgbClr val="FFFFFF"/>
                </a:solidFill>
                <a:latin typeface="Oswald" pitchFamily="34" charset="0"/>
                <a:ea typeface="Oswald" pitchFamily="34" charset="-122"/>
                <a:cs typeface="Oswald" pitchFamily="34" charset="-120"/>
              </a:rPr>
              <a:t>4</a:t>
            </a:r>
            <a:endParaRPr lang="es-UY" sz="1400" noProof="0" dirty="0"/>
          </a:p>
        </p:txBody>
      </p:sp>
      <p:sp>
        <p:nvSpPr>
          <p:cNvPr id="23" name="Text 21">
            <a:extLst>
              <a:ext uri="{FF2B5EF4-FFF2-40B4-BE49-F238E27FC236}">
                <a16:creationId xmlns:a16="http://schemas.microsoft.com/office/drawing/2014/main" id="{2CDD7DD1-C182-0D54-8FB2-0706D65C7603}"/>
              </a:ext>
            </a:extLst>
          </p:cNvPr>
          <p:cNvSpPr txBox="1"/>
          <p:nvPr/>
        </p:nvSpPr>
        <p:spPr>
          <a:xfrm>
            <a:off x="5440680" y="3044952"/>
            <a:ext cx="3063240" cy="457200"/>
          </a:xfrm>
          <a:prstGeom prst="rect">
            <a:avLst/>
          </a:prstGeom>
          <a:noFill/>
          <a:ln/>
        </p:spPr>
        <p:txBody>
          <a:bodyPr wrap="square" lIns="0" tIns="0" rIns="0" bIns="0" rtlCol="0" anchor="ctr"/>
          <a:lstStyle/>
          <a:p>
            <a:pPr marL="0" indent="0">
              <a:buNone/>
            </a:pPr>
            <a:r>
              <a:rPr lang="es-UY" sz="1500" b="1" noProof="0" dirty="0">
                <a:solidFill>
                  <a:srgbClr val="2E0A4E"/>
                </a:solidFill>
                <a:latin typeface="Oswald" pitchFamily="34" charset="0"/>
                <a:ea typeface="Oswald" pitchFamily="34" charset="-122"/>
                <a:cs typeface="Oswald" pitchFamily="34" charset="-120"/>
              </a:rPr>
              <a:t>Uso de LLMs</a:t>
            </a:r>
            <a:endParaRPr lang="es-UY" sz="1500" noProof="0" dirty="0"/>
          </a:p>
        </p:txBody>
      </p:sp>
      <p:sp>
        <p:nvSpPr>
          <p:cNvPr id="24" name="Text 22">
            <a:extLst>
              <a:ext uri="{FF2B5EF4-FFF2-40B4-BE49-F238E27FC236}">
                <a16:creationId xmlns:a16="http://schemas.microsoft.com/office/drawing/2014/main" id="{DF2ED5F2-590A-D352-C7B0-67D438F735E8}"/>
              </a:ext>
            </a:extLst>
          </p:cNvPr>
          <p:cNvSpPr txBox="1"/>
          <p:nvPr/>
        </p:nvSpPr>
        <p:spPr>
          <a:xfrm>
            <a:off x="5440680" y="3520440"/>
            <a:ext cx="3063240" cy="822960"/>
          </a:xfrm>
          <a:prstGeom prst="rect">
            <a:avLst/>
          </a:prstGeom>
          <a:noFill/>
          <a:ln/>
        </p:spPr>
        <p:txBody>
          <a:bodyPr wrap="square" lIns="0" tIns="0" rIns="0" bIns="0" rtlCol="0" anchor="t"/>
          <a:lstStyle/>
          <a:p>
            <a:pPr marL="0" indent="0">
              <a:buNone/>
            </a:pPr>
            <a:r>
              <a:rPr lang="es-UY" sz="1200" noProof="0" dirty="0">
                <a:solidFill>
                  <a:srgbClr val="2E0A4E"/>
                </a:solidFill>
                <a:latin typeface="Calibri" pitchFamily="34" charset="0"/>
                <a:ea typeface="Calibri" pitchFamily="34" charset="-122"/>
                <a:cs typeface="Calibri" pitchFamily="34" charset="-120"/>
              </a:rPr>
              <a:t>El uso responsable de LLMs o agentes puede ser muy útil como herramienta de apoyo. No obstante, es importante entender cabalmente los contenidos. </a:t>
            </a:r>
            <a:r>
              <a:rPr lang="es-UY" sz="1200" dirty="0">
                <a:solidFill>
                  <a:srgbClr val="2E0A4E"/>
                </a:solidFill>
                <a:latin typeface="Calibri" pitchFamily="34" charset="0"/>
                <a:ea typeface="Calibri" pitchFamily="34" charset="-122"/>
                <a:cs typeface="Calibri" pitchFamily="34" charset="-120"/>
              </a:rPr>
              <a:t>Las aplicaciones hechas por LLMs</a:t>
            </a:r>
            <a:r>
              <a:rPr lang="es-UY" sz="1200" noProof="0" dirty="0">
                <a:solidFill>
                  <a:srgbClr val="2E0A4E"/>
                </a:solidFill>
                <a:latin typeface="Calibri" pitchFamily="34" charset="0"/>
                <a:ea typeface="Calibri" pitchFamily="34" charset="-122"/>
                <a:cs typeface="Calibri" pitchFamily="34" charset="-120"/>
              </a:rPr>
              <a:t> son identificables.</a:t>
            </a:r>
            <a:endParaRPr lang="es-UY" sz="1200" noProof="0" dirty="0"/>
          </a:p>
        </p:txBody>
      </p:sp>
      <p:sp>
        <p:nvSpPr>
          <p:cNvPr id="25" name="Text 6">
            <a:extLst>
              <a:ext uri="{FF2B5EF4-FFF2-40B4-BE49-F238E27FC236}">
                <a16:creationId xmlns:a16="http://schemas.microsoft.com/office/drawing/2014/main" id="{C1526F70-EC7D-11BD-29E7-71FC3783B1D9}"/>
              </a:ext>
            </a:extLst>
          </p:cNvPr>
          <p:cNvSpPr txBox="1"/>
          <p:nvPr/>
        </p:nvSpPr>
        <p:spPr>
          <a:xfrm>
            <a:off x="5486400" y="1362456"/>
            <a:ext cx="3063240" cy="457200"/>
          </a:xfrm>
          <a:prstGeom prst="rect">
            <a:avLst/>
          </a:prstGeom>
          <a:noFill/>
          <a:ln/>
        </p:spPr>
        <p:txBody>
          <a:bodyPr wrap="square" lIns="0" tIns="0" rIns="0" bIns="0" rtlCol="0" anchor="ctr"/>
          <a:lstStyle/>
          <a:p>
            <a:pPr marL="0" indent="0">
              <a:buNone/>
            </a:pPr>
            <a:r>
              <a:rPr lang="es-UY" sz="1500" b="1" noProof="0" dirty="0">
                <a:solidFill>
                  <a:srgbClr val="2E0A4E"/>
                </a:solidFill>
                <a:latin typeface="Oswald" pitchFamily="34" charset="0"/>
              </a:rPr>
              <a:t>Leer con detenimiento los errores</a:t>
            </a:r>
            <a:endParaRPr lang="es-UY" sz="1500" noProof="0" dirty="0"/>
          </a:p>
        </p:txBody>
      </p:sp>
    </p:spTree>
    <p:extLst>
      <p:ext uri="{BB962C8B-B14F-4D97-AF65-F5344CB8AC3E}">
        <p14:creationId xmlns:p14="http://schemas.microsoft.com/office/powerpoint/2010/main" val="2241413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35C37CA-945D-F73C-8C39-11F041FCA62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E131A17-8D0A-920E-D32A-4B58DCFAD797}"/>
              </a:ext>
            </a:extLst>
          </p:cNvPr>
          <p:cNvSpPr txBox="1"/>
          <p:nvPr/>
        </p:nvSpPr>
        <p:spPr>
          <a:xfrm>
            <a:off x="502920" y="320040"/>
            <a:ext cx="7040880" cy="640080"/>
          </a:xfrm>
          <a:prstGeom prst="rect">
            <a:avLst/>
          </a:prstGeom>
          <a:noFill/>
          <a:ln/>
        </p:spPr>
        <p:txBody>
          <a:bodyPr wrap="square" lIns="0" tIns="0" rIns="0" bIns="0" rtlCol="0" anchor="ctr"/>
          <a:lstStyle/>
          <a:p>
            <a:pPr marL="0" indent="0">
              <a:buNone/>
            </a:pPr>
            <a:r>
              <a:rPr lang="es-UY" sz="3000" b="1" noProof="0" dirty="0">
                <a:solidFill>
                  <a:srgbClr val="2E0A4E"/>
                </a:solidFill>
                <a:latin typeface="Oswald" pitchFamily="34" charset="0"/>
                <a:ea typeface="Oswald" pitchFamily="34" charset="-122"/>
                <a:cs typeface="Oswald" pitchFamily="34" charset="-120"/>
              </a:rPr>
              <a:t>Shinys para inspirarse</a:t>
            </a:r>
            <a:endParaRPr lang="es-UY" sz="3000" noProof="0" dirty="0"/>
          </a:p>
        </p:txBody>
      </p:sp>
      <p:sp>
        <p:nvSpPr>
          <p:cNvPr id="5" name="Shape 3">
            <a:extLst>
              <a:ext uri="{FF2B5EF4-FFF2-40B4-BE49-F238E27FC236}">
                <a16:creationId xmlns:a16="http://schemas.microsoft.com/office/drawing/2014/main" id="{59E2B800-2BF2-CB03-7609-E5B5DBEDA847}"/>
              </a:ext>
            </a:extLst>
          </p:cNvPr>
          <p:cNvSpPr/>
          <p:nvPr/>
        </p:nvSpPr>
        <p:spPr>
          <a:xfrm>
            <a:off x="446649" y="1188720"/>
            <a:ext cx="8138160" cy="3246120"/>
          </a:xfrm>
          <a:prstGeom prst="roundRect">
            <a:avLst>
              <a:gd name="adj" fmla="val 3529"/>
            </a:avLst>
          </a:prstGeom>
          <a:solidFill>
            <a:srgbClr val="F4ECFB"/>
          </a:solidFill>
          <a:ln w="12700">
            <a:solidFill>
              <a:srgbClr val="F4ECFB"/>
            </a:solidFill>
            <a:prstDash val="solid"/>
          </a:ln>
        </p:spPr>
        <p:txBody>
          <a:bodyPr/>
          <a:lstStyle/>
          <a:p>
            <a:endParaRPr lang="es-UY" noProof="0" dirty="0"/>
          </a:p>
        </p:txBody>
      </p:sp>
      <p:sp>
        <p:nvSpPr>
          <p:cNvPr id="6" name="Shape 4">
            <a:extLst>
              <a:ext uri="{FF2B5EF4-FFF2-40B4-BE49-F238E27FC236}">
                <a16:creationId xmlns:a16="http://schemas.microsoft.com/office/drawing/2014/main" id="{F86E7D46-CACF-C277-12ED-AA8CC8AB0546}"/>
              </a:ext>
            </a:extLst>
          </p:cNvPr>
          <p:cNvSpPr/>
          <p:nvPr/>
        </p:nvSpPr>
        <p:spPr>
          <a:xfrm>
            <a:off x="685800" y="1371600"/>
            <a:ext cx="411480" cy="411480"/>
          </a:xfrm>
          <a:prstGeom prst="ellipse">
            <a:avLst/>
          </a:prstGeom>
          <a:solidFill>
            <a:srgbClr val="5A189A"/>
          </a:solidFill>
          <a:ln w="12700">
            <a:solidFill>
              <a:srgbClr val="5A189A"/>
            </a:solidFill>
            <a:prstDash val="solid"/>
          </a:ln>
        </p:spPr>
        <p:txBody>
          <a:bodyPr/>
          <a:lstStyle/>
          <a:p>
            <a:endParaRPr lang="es-UY" noProof="0" dirty="0"/>
          </a:p>
        </p:txBody>
      </p:sp>
      <p:sp>
        <p:nvSpPr>
          <p:cNvPr id="7" name="Text 5">
            <a:extLst>
              <a:ext uri="{FF2B5EF4-FFF2-40B4-BE49-F238E27FC236}">
                <a16:creationId xmlns:a16="http://schemas.microsoft.com/office/drawing/2014/main" id="{73FF0173-674F-8D3D-20CE-E495CF253BD4}"/>
              </a:ext>
            </a:extLst>
          </p:cNvPr>
          <p:cNvSpPr txBox="1"/>
          <p:nvPr/>
        </p:nvSpPr>
        <p:spPr>
          <a:xfrm>
            <a:off x="685800" y="1371600"/>
            <a:ext cx="411480" cy="411480"/>
          </a:xfrm>
          <a:prstGeom prst="rect">
            <a:avLst/>
          </a:prstGeom>
          <a:noFill/>
          <a:ln/>
        </p:spPr>
        <p:txBody>
          <a:bodyPr wrap="square" lIns="0" tIns="0" rIns="0" bIns="0" rtlCol="0" anchor="ctr"/>
          <a:lstStyle/>
          <a:p>
            <a:pPr marL="0" indent="0" algn="ctr">
              <a:buNone/>
            </a:pPr>
            <a:r>
              <a:rPr lang="es-UY" sz="1400" b="1" noProof="0" dirty="0">
                <a:solidFill>
                  <a:srgbClr val="FFFFFF"/>
                </a:solidFill>
                <a:latin typeface="Oswald" pitchFamily="34" charset="0"/>
                <a:ea typeface="Oswald" pitchFamily="34" charset="-122"/>
                <a:cs typeface="Oswald" pitchFamily="34" charset="-120"/>
              </a:rPr>
              <a:t>1</a:t>
            </a:r>
            <a:endParaRPr lang="es-UY" sz="1400" noProof="0" dirty="0"/>
          </a:p>
        </p:txBody>
      </p:sp>
      <p:sp>
        <p:nvSpPr>
          <p:cNvPr id="8" name="Text 6">
            <a:extLst>
              <a:ext uri="{FF2B5EF4-FFF2-40B4-BE49-F238E27FC236}">
                <a16:creationId xmlns:a16="http://schemas.microsoft.com/office/drawing/2014/main" id="{911EF709-23FE-AC0B-9736-6E07B0771346}"/>
              </a:ext>
            </a:extLst>
          </p:cNvPr>
          <p:cNvSpPr txBox="1"/>
          <p:nvPr/>
        </p:nvSpPr>
        <p:spPr>
          <a:xfrm>
            <a:off x="1234439" y="1353312"/>
            <a:ext cx="5961186" cy="457200"/>
          </a:xfrm>
          <a:prstGeom prst="rect">
            <a:avLst/>
          </a:prstGeom>
          <a:noFill/>
          <a:ln/>
        </p:spPr>
        <p:txBody>
          <a:bodyPr wrap="square" lIns="0" tIns="0" rIns="0" bIns="0" rtlCol="0" anchor="ctr"/>
          <a:lstStyle/>
          <a:p>
            <a:pPr marL="0" indent="0">
              <a:buNone/>
            </a:pPr>
            <a:r>
              <a:rPr lang="es-ES" sz="1500" b="1" noProof="0" dirty="0">
                <a:solidFill>
                  <a:srgbClr val="2E0A4E"/>
                </a:solidFill>
                <a:latin typeface="Oswald" pitchFamily="34" charset="0"/>
                <a:ea typeface="Oswald" pitchFamily="34" charset="-122"/>
                <a:cs typeface="Oswald" pitchFamily="34" charset="-120"/>
              </a:rPr>
              <a:t>Observatorio de Movilidad, Infancia y Familia - OMIF</a:t>
            </a:r>
            <a:endParaRPr lang="es-UY" sz="1500" noProof="0" dirty="0"/>
          </a:p>
        </p:txBody>
      </p:sp>
      <p:sp>
        <p:nvSpPr>
          <p:cNvPr id="9" name="Text 7">
            <a:extLst>
              <a:ext uri="{FF2B5EF4-FFF2-40B4-BE49-F238E27FC236}">
                <a16:creationId xmlns:a16="http://schemas.microsoft.com/office/drawing/2014/main" id="{4D54D34D-9DD9-9550-96CA-F2CAFA18D8CA}"/>
              </a:ext>
            </a:extLst>
          </p:cNvPr>
          <p:cNvSpPr txBox="1"/>
          <p:nvPr/>
        </p:nvSpPr>
        <p:spPr>
          <a:xfrm>
            <a:off x="1234440" y="1783080"/>
            <a:ext cx="7100668" cy="274320"/>
          </a:xfrm>
          <a:prstGeom prst="rect">
            <a:avLst/>
          </a:prstGeom>
          <a:noFill/>
          <a:ln/>
        </p:spPr>
        <p:txBody>
          <a:bodyPr wrap="square" lIns="0" tIns="0" rIns="0" bIns="0" rtlCol="0" anchor="ctr"/>
          <a:lstStyle/>
          <a:p>
            <a:pPr marL="0" indent="0">
              <a:buNone/>
            </a:pPr>
            <a:r>
              <a:rPr lang="es-ES" sz="1000" dirty="0">
                <a:solidFill>
                  <a:srgbClr val="5A189A"/>
                </a:solidFill>
                <a:latin typeface="Courier New" pitchFamily="34" charset="0"/>
                <a:cs typeface="Courier New" pitchFamily="34" charset="-120"/>
              </a:rPr>
              <a:t>Programa de Población - Unidad de Métodos y Análisis de Datos (UMAD)</a:t>
            </a:r>
            <a:endParaRPr lang="es-UY" sz="1000" noProof="0" dirty="0"/>
          </a:p>
        </p:txBody>
      </p:sp>
      <p:sp>
        <p:nvSpPr>
          <p:cNvPr id="10" name="Text 8">
            <a:extLst>
              <a:ext uri="{FF2B5EF4-FFF2-40B4-BE49-F238E27FC236}">
                <a16:creationId xmlns:a16="http://schemas.microsoft.com/office/drawing/2014/main" id="{77049FC0-9064-9756-D31B-1D1241163575}"/>
              </a:ext>
            </a:extLst>
          </p:cNvPr>
          <p:cNvSpPr txBox="1"/>
          <p:nvPr/>
        </p:nvSpPr>
        <p:spPr>
          <a:xfrm>
            <a:off x="1234440" y="2057400"/>
            <a:ext cx="6988126" cy="640080"/>
          </a:xfrm>
          <a:prstGeom prst="rect">
            <a:avLst/>
          </a:prstGeom>
          <a:noFill/>
          <a:ln/>
        </p:spPr>
        <p:txBody>
          <a:bodyPr wrap="square" lIns="0" tIns="0" rIns="0" bIns="0" rtlCol="0" anchor="t"/>
          <a:lstStyle/>
          <a:p>
            <a:pPr marL="0" indent="0">
              <a:buNone/>
            </a:pPr>
            <a:r>
              <a:rPr lang="es-ES" sz="1100" noProof="0" dirty="0">
                <a:solidFill>
                  <a:srgbClr val="2E0A4E"/>
                </a:solidFill>
                <a:latin typeface="Calibri" pitchFamily="34" charset="0"/>
                <a:ea typeface="Calibri" pitchFamily="34" charset="-122"/>
                <a:cs typeface="Calibri" pitchFamily="34" charset="-120"/>
              </a:rPr>
              <a:t>El Observatorio de Movilidad, Infancia y Familia (OMIF) tiene disponible en su sitio web una nueva actualización de su sección Datos en Línea. La actualización incorpora la renovación de los registros administrativos con datos hasta 2025, el procesamiento del Censo de Población y Vivienda 2023 y la actualización de la serie histórica de censos (1963–2023), ampliando las posibilidades de consulta mediante tablas y visualizaciones.</a:t>
            </a:r>
          </a:p>
          <a:p>
            <a:pPr marL="0" indent="0">
              <a:buNone/>
            </a:pPr>
            <a:endParaRPr lang="es-ES" sz="1100" dirty="0">
              <a:solidFill>
                <a:srgbClr val="2E0A4E"/>
              </a:solidFill>
              <a:latin typeface="Calibri" pitchFamily="34" charset="0"/>
              <a:ea typeface="Calibri" pitchFamily="34" charset="-122"/>
              <a:cs typeface="Calibri" pitchFamily="34" charset="-120"/>
            </a:endParaRPr>
          </a:p>
          <a:p>
            <a:pPr marL="0" indent="0">
              <a:buNone/>
            </a:pPr>
            <a:r>
              <a:rPr lang="es-ES" sz="1100" noProof="0" dirty="0">
                <a:solidFill>
                  <a:srgbClr val="2E0A4E"/>
                </a:solidFill>
                <a:latin typeface="Calibri" pitchFamily="34" charset="0"/>
                <a:ea typeface="Calibri" pitchFamily="34" charset="-122"/>
                <a:cs typeface="Calibri" pitchFamily="34" charset="-120"/>
              </a:rPr>
              <a:t>La app en sí es un tablero en R + Shiny que muestra indicadores de migración en Uruguay. Todos los datos ya vienen pre-calculados en archivos .Rdata o en .xlsx</a:t>
            </a:r>
            <a:r>
              <a:rPr lang="es-ES" sz="1100" dirty="0">
                <a:solidFill>
                  <a:srgbClr val="2E0A4E"/>
                </a:solidFill>
                <a:latin typeface="Calibri" pitchFamily="34" charset="0"/>
                <a:ea typeface="Calibri" pitchFamily="34" charset="-122"/>
                <a:cs typeface="Calibri" pitchFamily="34" charset="-120"/>
              </a:rPr>
              <a:t>. L</a:t>
            </a:r>
            <a:r>
              <a:rPr lang="es-ES" sz="1100" noProof="0" dirty="0">
                <a:solidFill>
                  <a:srgbClr val="2E0A4E"/>
                </a:solidFill>
                <a:latin typeface="Calibri" pitchFamily="34" charset="0"/>
                <a:ea typeface="Calibri" pitchFamily="34" charset="-122"/>
                <a:cs typeface="Calibri" pitchFamily="34" charset="-120"/>
              </a:rPr>
              <a:t>a app los carga y termina de armar en memoria cada vez que arranca. No hay base de datos ni conexión externa, es todo archivos dentro del proyecto. La app tiene cinco pestañas y cerca de nueve mil líneas de código.</a:t>
            </a:r>
            <a:endParaRPr lang="es-UY" sz="1100" noProof="0" dirty="0"/>
          </a:p>
        </p:txBody>
      </p:sp>
      <p:sp>
        <p:nvSpPr>
          <p:cNvPr id="30" name="Text 7">
            <a:extLst>
              <a:ext uri="{FF2B5EF4-FFF2-40B4-BE49-F238E27FC236}">
                <a16:creationId xmlns:a16="http://schemas.microsoft.com/office/drawing/2014/main" id="{994FC44D-912F-8344-2059-5F625BD3EBE6}"/>
              </a:ext>
            </a:extLst>
          </p:cNvPr>
          <p:cNvSpPr txBox="1"/>
          <p:nvPr/>
        </p:nvSpPr>
        <p:spPr>
          <a:xfrm>
            <a:off x="2322341" y="3429000"/>
            <a:ext cx="3063240" cy="274320"/>
          </a:xfrm>
          <a:prstGeom prst="rect">
            <a:avLst/>
          </a:prstGeom>
          <a:noFill/>
          <a:ln/>
        </p:spPr>
        <p:txBody>
          <a:bodyPr wrap="square" lIns="0" tIns="0" rIns="0" bIns="0" rtlCol="0" anchor="ctr"/>
          <a:lstStyle/>
          <a:p>
            <a:pPr marL="0" indent="0">
              <a:buNone/>
            </a:pPr>
            <a:endParaRPr lang="es-UY" sz="1000" noProof="0" dirty="0"/>
          </a:p>
        </p:txBody>
      </p:sp>
      <p:sp>
        <p:nvSpPr>
          <p:cNvPr id="32" name="Text 7">
            <a:extLst>
              <a:ext uri="{FF2B5EF4-FFF2-40B4-BE49-F238E27FC236}">
                <a16:creationId xmlns:a16="http://schemas.microsoft.com/office/drawing/2014/main" id="{A0941F1D-024F-FB2B-B58F-01FB43169692}"/>
              </a:ext>
            </a:extLst>
          </p:cNvPr>
          <p:cNvSpPr txBox="1"/>
          <p:nvPr/>
        </p:nvSpPr>
        <p:spPr>
          <a:xfrm>
            <a:off x="1234440" y="3717388"/>
            <a:ext cx="7100668" cy="274320"/>
          </a:xfrm>
          <a:prstGeom prst="rect">
            <a:avLst/>
          </a:prstGeom>
          <a:noFill/>
          <a:ln/>
        </p:spPr>
        <p:txBody>
          <a:bodyPr wrap="square" lIns="0" tIns="0" rIns="0" bIns="0" rtlCol="0" anchor="ctr"/>
          <a:lstStyle/>
          <a:p>
            <a:r>
              <a:rPr lang="es-ES" dirty="0">
                <a:solidFill>
                  <a:srgbClr val="5A189A"/>
                </a:solidFill>
                <a:latin typeface="Courier New" pitchFamily="34" charset="0"/>
                <a:cs typeface="Courier New" pitchFamily="34" charset="-120"/>
                <a:hlinkClick r:id="rId3"/>
              </a:rPr>
              <a:t>https://bancodedatos-fcs.shinyapps.io/OMIF-UNICEF/</a:t>
            </a:r>
            <a:endParaRPr lang="es-UY" noProof="0" dirty="0"/>
          </a:p>
        </p:txBody>
      </p:sp>
    </p:spTree>
    <p:extLst>
      <p:ext uri="{BB962C8B-B14F-4D97-AF65-F5344CB8AC3E}">
        <p14:creationId xmlns:p14="http://schemas.microsoft.com/office/powerpoint/2010/main" val="26062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3C442F8-E8A1-34BF-4025-7A8BEDCD22A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33E74A-E33C-3AC9-68D5-2AABCD11CF93}"/>
              </a:ext>
            </a:extLst>
          </p:cNvPr>
          <p:cNvSpPr txBox="1"/>
          <p:nvPr/>
        </p:nvSpPr>
        <p:spPr>
          <a:xfrm>
            <a:off x="502920" y="320040"/>
            <a:ext cx="7040880" cy="640080"/>
          </a:xfrm>
          <a:prstGeom prst="rect">
            <a:avLst/>
          </a:prstGeom>
          <a:noFill/>
          <a:ln/>
        </p:spPr>
        <p:txBody>
          <a:bodyPr wrap="square" lIns="0" tIns="0" rIns="0" bIns="0" rtlCol="0" anchor="ctr"/>
          <a:lstStyle/>
          <a:p>
            <a:pPr marL="0" indent="0">
              <a:buNone/>
            </a:pPr>
            <a:r>
              <a:rPr lang="es-UY" sz="3000" b="1" noProof="0" dirty="0">
                <a:solidFill>
                  <a:srgbClr val="2E0A4E"/>
                </a:solidFill>
                <a:latin typeface="Oswald" pitchFamily="34" charset="0"/>
                <a:ea typeface="Oswald" pitchFamily="34" charset="-122"/>
                <a:cs typeface="Oswald" pitchFamily="34" charset="-120"/>
              </a:rPr>
              <a:t>Shinys para inspirarse</a:t>
            </a:r>
            <a:endParaRPr lang="es-UY" sz="3000" noProof="0" dirty="0"/>
          </a:p>
        </p:txBody>
      </p:sp>
      <p:sp>
        <p:nvSpPr>
          <p:cNvPr id="5" name="Shape 3">
            <a:extLst>
              <a:ext uri="{FF2B5EF4-FFF2-40B4-BE49-F238E27FC236}">
                <a16:creationId xmlns:a16="http://schemas.microsoft.com/office/drawing/2014/main" id="{E1277F6B-7FB9-6B04-AF79-EC5F77EF7B3C}"/>
              </a:ext>
            </a:extLst>
          </p:cNvPr>
          <p:cNvSpPr/>
          <p:nvPr/>
        </p:nvSpPr>
        <p:spPr>
          <a:xfrm>
            <a:off x="397412" y="1151792"/>
            <a:ext cx="8138160" cy="3246120"/>
          </a:xfrm>
          <a:prstGeom prst="roundRect">
            <a:avLst>
              <a:gd name="adj" fmla="val 3529"/>
            </a:avLst>
          </a:prstGeom>
          <a:solidFill>
            <a:srgbClr val="F4ECFB"/>
          </a:solidFill>
          <a:ln w="12700">
            <a:solidFill>
              <a:srgbClr val="F4ECFB"/>
            </a:solidFill>
            <a:prstDash val="solid"/>
          </a:ln>
        </p:spPr>
        <p:txBody>
          <a:bodyPr/>
          <a:lstStyle/>
          <a:p>
            <a:endParaRPr lang="es-UY" noProof="0" dirty="0"/>
          </a:p>
        </p:txBody>
      </p:sp>
      <p:sp>
        <p:nvSpPr>
          <p:cNvPr id="6" name="Shape 4">
            <a:extLst>
              <a:ext uri="{FF2B5EF4-FFF2-40B4-BE49-F238E27FC236}">
                <a16:creationId xmlns:a16="http://schemas.microsoft.com/office/drawing/2014/main" id="{F77B8E34-11F8-F49A-181F-3E1602E6C8C0}"/>
              </a:ext>
            </a:extLst>
          </p:cNvPr>
          <p:cNvSpPr/>
          <p:nvPr/>
        </p:nvSpPr>
        <p:spPr>
          <a:xfrm>
            <a:off x="685800" y="1371600"/>
            <a:ext cx="411480" cy="411480"/>
          </a:xfrm>
          <a:prstGeom prst="ellipse">
            <a:avLst/>
          </a:prstGeom>
          <a:solidFill>
            <a:srgbClr val="5A189A"/>
          </a:solidFill>
          <a:ln w="12700">
            <a:solidFill>
              <a:srgbClr val="5A189A"/>
            </a:solidFill>
            <a:prstDash val="solid"/>
          </a:ln>
        </p:spPr>
        <p:txBody>
          <a:bodyPr/>
          <a:lstStyle/>
          <a:p>
            <a:endParaRPr lang="es-UY" noProof="0" dirty="0"/>
          </a:p>
        </p:txBody>
      </p:sp>
      <p:sp>
        <p:nvSpPr>
          <p:cNvPr id="7" name="Text 5">
            <a:extLst>
              <a:ext uri="{FF2B5EF4-FFF2-40B4-BE49-F238E27FC236}">
                <a16:creationId xmlns:a16="http://schemas.microsoft.com/office/drawing/2014/main" id="{E2E2EF68-ECBB-EDF6-D622-5482773C2AF0}"/>
              </a:ext>
            </a:extLst>
          </p:cNvPr>
          <p:cNvSpPr txBox="1"/>
          <p:nvPr/>
        </p:nvSpPr>
        <p:spPr>
          <a:xfrm>
            <a:off x="685800" y="1371600"/>
            <a:ext cx="411480" cy="411480"/>
          </a:xfrm>
          <a:prstGeom prst="rect">
            <a:avLst/>
          </a:prstGeom>
          <a:noFill/>
          <a:ln/>
        </p:spPr>
        <p:txBody>
          <a:bodyPr wrap="square" lIns="0" tIns="0" rIns="0" bIns="0" rtlCol="0" anchor="ctr"/>
          <a:lstStyle/>
          <a:p>
            <a:pPr marL="0" indent="0" algn="ctr">
              <a:buNone/>
            </a:pPr>
            <a:r>
              <a:rPr lang="es-UY" sz="1400" b="1" noProof="0" dirty="0">
                <a:solidFill>
                  <a:srgbClr val="FFFFFF"/>
                </a:solidFill>
                <a:latin typeface="Oswald" pitchFamily="34" charset="0"/>
                <a:ea typeface="Oswald" pitchFamily="34" charset="-122"/>
                <a:cs typeface="Oswald" pitchFamily="34" charset="-120"/>
              </a:rPr>
              <a:t>2</a:t>
            </a:r>
            <a:endParaRPr lang="es-UY" sz="1400" noProof="0" dirty="0"/>
          </a:p>
        </p:txBody>
      </p:sp>
      <p:sp>
        <p:nvSpPr>
          <p:cNvPr id="8" name="Text 6">
            <a:extLst>
              <a:ext uri="{FF2B5EF4-FFF2-40B4-BE49-F238E27FC236}">
                <a16:creationId xmlns:a16="http://schemas.microsoft.com/office/drawing/2014/main" id="{C1C4938B-1F01-5ADE-5294-89A01DFC2C1D}"/>
              </a:ext>
            </a:extLst>
          </p:cNvPr>
          <p:cNvSpPr txBox="1"/>
          <p:nvPr/>
        </p:nvSpPr>
        <p:spPr>
          <a:xfrm>
            <a:off x="1234439" y="1353312"/>
            <a:ext cx="5961186" cy="457200"/>
          </a:xfrm>
          <a:prstGeom prst="rect">
            <a:avLst/>
          </a:prstGeom>
          <a:noFill/>
          <a:ln/>
        </p:spPr>
        <p:txBody>
          <a:bodyPr wrap="square" lIns="0" tIns="0" rIns="0" bIns="0" rtlCol="0" anchor="ctr"/>
          <a:lstStyle/>
          <a:p>
            <a:pPr marL="0" indent="0">
              <a:buNone/>
            </a:pPr>
            <a:r>
              <a:rPr lang="es-ES" sz="1500" b="1" noProof="0" dirty="0">
                <a:solidFill>
                  <a:srgbClr val="2E0A4E"/>
                </a:solidFill>
                <a:latin typeface="Oswald" pitchFamily="34" charset="0"/>
                <a:ea typeface="Oswald" pitchFamily="34" charset="-122"/>
                <a:cs typeface="Oswald" pitchFamily="34" charset="-120"/>
              </a:rPr>
              <a:t>Observatorio de Denuncias Ambientales</a:t>
            </a:r>
            <a:endParaRPr lang="es-UY" sz="1500" noProof="0" dirty="0"/>
          </a:p>
        </p:txBody>
      </p:sp>
      <p:sp>
        <p:nvSpPr>
          <p:cNvPr id="9" name="Text 7">
            <a:extLst>
              <a:ext uri="{FF2B5EF4-FFF2-40B4-BE49-F238E27FC236}">
                <a16:creationId xmlns:a16="http://schemas.microsoft.com/office/drawing/2014/main" id="{78A7C206-FBCF-D727-4F59-0089A1A8BFF7}"/>
              </a:ext>
            </a:extLst>
          </p:cNvPr>
          <p:cNvSpPr txBox="1"/>
          <p:nvPr/>
        </p:nvSpPr>
        <p:spPr>
          <a:xfrm>
            <a:off x="1234440" y="1783080"/>
            <a:ext cx="7100668" cy="274320"/>
          </a:xfrm>
          <a:prstGeom prst="rect">
            <a:avLst/>
          </a:prstGeom>
          <a:noFill/>
          <a:ln/>
        </p:spPr>
        <p:txBody>
          <a:bodyPr wrap="square" lIns="0" tIns="0" rIns="0" bIns="0" rtlCol="0" anchor="ctr"/>
          <a:lstStyle/>
          <a:p>
            <a:pPr marL="0" indent="0">
              <a:buNone/>
            </a:pPr>
            <a:r>
              <a:rPr lang="es-ES" sz="1000" noProof="0" dirty="0">
                <a:solidFill>
                  <a:srgbClr val="5A189A"/>
                </a:solidFill>
                <a:latin typeface="Courier New" pitchFamily="34" charset="0"/>
                <a:cs typeface="Courier New" pitchFamily="34" charset="-120"/>
              </a:rPr>
              <a:t>[propia]</a:t>
            </a:r>
            <a:endParaRPr lang="es-UY" sz="1000" noProof="0" dirty="0"/>
          </a:p>
        </p:txBody>
      </p:sp>
      <p:sp>
        <p:nvSpPr>
          <p:cNvPr id="10" name="Text 8">
            <a:extLst>
              <a:ext uri="{FF2B5EF4-FFF2-40B4-BE49-F238E27FC236}">
                <a16:creationId xmlns:a16="http://schemas.microsoft.com/office/drawing/2014/main" id="{F5B93431-23FA-B460-5DBF-9F571650620B}"/>
              </a:ext>
            </a:extLst>
          </p:cNvPr>
          <p:cNvSpPr txBox="1"/>
          <p:nvPr/>
        </p:nvSpPr>
        <p:spPr>
          <a:xfrm>
            <a:off x="1234440" y="2057400"/>
            <a:ext cx="6988126" cy="640080"/>
          </a:xfrm>
          <a:prstGeom prst="rect">
            <a:avLst/>
          </a:prstGeom>
          <a:noFill/>
          <a:ln/>
        </p:spPr>
        <p:txBody>
          <a:bodyPr wrap="square" lIns="0" tIns="0" rIns="0" bIns="0" rtlCol="0" anchor="t"/>
          <a:lstStyle/>
          <a:p>
            <a:pPr marL="0" indent="0">
              <a:buNone/>
            </a:pPr>
            <a:r>
              <a:rPr lang="es-ES" sz="1100" noProof="0" dirty="0">
                <a:solidFill>
                  <a:srgbClr val="2E0A4E"/>
                </a:solidFill>
                <a:latin typeface="Calibri" pitchFamily="34" charset="0"/>
                <a:ea typeface="Calibri" pitchFamily="34" charset="-122"/>
                <a:cs typeface="Calibri" pitchFamily="34" charset="-120"/>
              </a:rPr>
              <a:t>El Observatorio de Denuncias Ambientales es una herramienta interactiva para monitorear y analizar las denuncias ambientales en Uruguay, permitiendo explorar su evolución temporal, causas principales, distribución por departamentos y derivaciones administrativas.</a:t>
            </a:r>
          </a:p>
          <a:p>
            <a:pPr marL="0" indent="0">
              <a:buNone/>
            </a:pPr>
            <a:endParaRPr lang="es-ES" sz="1100" dirty="0">
              <a:solidFill>
                <a:srgbClr val="2E0A4E"/>
              </a:solidFill>
              <a:latin typeface="Calibri" pitchFamily="34" charset="0"/>
              <a:ea typeface="Calibri" pitchFamily="34" charset="-122"/>
              <a:cs typeface="Calibri" pitchFamily="34" charset="-120"/>
            </a:endParaRPr>
          </a:p>
          <a:p>
            <a:pPr marL="0" indent="0">
              <a:buNone/>
            </a:pPr>
            <a:r>
              <a:rPr lang="es-ES" sz="1100" noProof="0" dirty="0">
                <a:solidFill>
                  <a:srgbClr val="2E0A4E"/>
                </a:solidFill>
                <a:latin typeface="Calibri" pitchFamily="34" charset="0"/>
                <a:ea typeface="Calibri" pitchFamily="34" charset="-122"/>
                <a:cs typeface="Calibri" pitchFamily="34" charset="-120"/>
              </a:rPr>
              <a:t>En el plano técnico, la aplicación está desarrollada sobre el ecosistema de R utilizando el paquete Shiny para la creación del entorno web interactivo y se encuentra alojada en los servidores de shinyapps.io. Su arquitectura integra diversos paneles dinámicos y controles de filtrado parametrizados por rango de fecha, categorías y departamentos, apoyándose en componentes visuales interactivos para el procesamiento estadístico, generación de gráficos de series temporales y visualización de tablas estructuradas..</a:t>
            </a:r>
            <a:endParaRPr lang="es-UY" sz="1100" noProof="0" dirty="0"/>
          </a:p>
        </p:txBody>
      </p:sp>
      <p:sp>
        <p:nvSpPr>
          <p:cNvPr id="30" name="Text 7">
            <a:extLst>
              <a:ext uri="{FF2B5EF4-FFF2-40B4-BE49-F238E27FC236}">
                <a16:creationId xmlns:a16="http://schemas.microsoft.com/office/drawing/2014/main" id="{53532541-33FE-BC48-A73B-B7C58651E85E}"/>
              </a:ext>
            </a:extLst>
          </p:cNvPr>
          <p:cNvSpPr txBox="1"/>
          <p:nvPr/>
        </p:nvSpPr>
        <p:spPr>
          <a:xfrm>
            <a:off x="2322341" y="3429000"/>
            <a:ext cx="3063240" cy="274320"/>
          </a:xfrm>
          <a:prstGeom prst="rect">
            <a:avLst/>
          </a:prstGeom>
          <a:noFill/>
          <a:ln/>
        </p:spPr>
        <p:txBody>
          <a:bodyPr wrap="square" lIns="0" tIns="0" rIns="0" bIns="0" rtlCol="0" anchor="ctr"/>
          <a:lstStyle/>
          <a:p>
            <a:pPr marL="0" indent="0">
              <a:buNone/>
            </a:pPr>
            <a:endParaRPr lang="es-UY" sz="1000" noProof="0" dirty="0"/>
          </a:p>
        </p:txBody>
      </p:sp>
      <p:sp>
        <p:nvSpPr>
          <p:cNvPr id="32" name="Text 7">
            <a:extLst>
              <a:ext uri="{FF2B5EF4-FFF2-40B4-BE49-F238E27FC236}">
                <a16:creationId xmlns:a16="http://schemas.microsoft.com/office/drawing/2014/main" id="{E1C61736-BE87-3589-401B-08F612377DAC}"/>
              </a:ext>
            </a:extLst>
          </p:cNvPr>
          <p:cNvSpPr txBox="1"/>
          <p:nvPr/>
        </p:nvSpPr>
        <p:spPr>
          <a:xfrm>
            <a:off x="1234440" y="3717388"/>
            <a:ext cx="7100668" cy="274320"/>
          </a:xfrm>
          <a:prstGeom prst="rect">
            <a:avLst/>
          </a:prstGeom>
          <a:noFill/>
          <a:ln/>
        </p:spPr>
        <p:txBody>
          <a:bodyPr wrap="square" lIns="0" tIns="0" rIns="0" bIns="0" rtlCol="0" anchor="ctr"/>
          <a:lstStyle/>
          <a:p>
            <a:r>
              <a:rPr lang="es-ES" dirty="0">
                <a:solidFill>
                  <a:srgbClr val="5A189A"/>
                </a:solidFill>
                <a:latin typeface="Courier New" pitchFamily="34" charset="0"/>
                <a:cs typeface="Courier New" pitchFamily="34" charset="-120"/>
                <a:hlinkClick r:id="rId3"/>
              </a:rPr>
              <a:t>https://nahuelroel.shinyapps.io/ObservatorioDA/</a:t>
            </a:r>
            <a:endParaRPr lang="es-UY" noProof="0" dirty="0"/>
          </a:p>
        </p:txBody>
      </p:sp>
    </p:spTree>
    <p:extLst>
      <p:ext uri="{BB962C8B-B14F-4D97-AF65-F5344CB8AC3E}">
        <p14:creationId xmlns:p14="http://schemas.microsoft.com/office/powerpoint/2010/main" val="3021253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CF0BE0C-3F40-5898-7709-64A90F95691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4124575-FB0A-F041-9101-254B46DFA074}"/>
              </a:ext>
            </a:extLst>
          </p:cNvPr>
          <p:cNvSpPr txBox="1"/>
          <p:nvPr/>
        </p:nvSpPr>
        <p:spPr>
          <a:xfrm>
            <a:off x="502920" y="320040"/>
            <a:ext cx="7040880" cy="640080"/>
          </a:xfrm>
          <a:prstGeom prst="rect">
            <a:avLst/>
          </a:prstGeom>
          <a:noFill/>
          <a:ln/>
        </p:spPr>
        <p:txBody>
          <a:bodyPr wrap="square" lIns="0" tIns="0" rIns="0" bIns="0" rtlCol="0" anchor="ctr"/>
          <a:lstStyle/>
          <a:p>
            <a:pPr marL="0" indent="0">
              <a:buNone/>
            </a:pPr>
            <a:r>
              <a:rPr lang="es-UY" sz="3000" b="1" noProof="0" dirty="0">
                <a:solidFill>
                  <a:srgbClr val="2E0A4E"/>
                </a:solidFill>
                <a:latin typeface="Oswald" pitchFamily="34" charset="0"/>
                <a:ea typeface="Oswald" pitchFamily="34" charset="-122"/>
                <a:cs typeface="Oswald" pitchFamily="34" charset="-120"/>
              </a:rPr>
              <a:t>Shinys para inspirarse</a:t>
            </a:r>
            <a:endParaRPr lang="es-UY" sz="3000" noProof="0" dirty="0"/>
          </a:p>
        </p:txBody>
      </p:sp>
      <p:sp>
        <p:nvSpPr>
          <p:cNvPr id="5" name="Shape 3">
            <a:extLst>
              <a:ext uri="{FF2B5EF4-FFF2-40B4-BE49-F238E27FC236}">
                <a16:creationId xmlns:a16="http://schemas.microsoft.com/office/drawing/2014/main" id="{A43249B9-5FA7-2F35-B375-081EFB79BA5D}"/>
              </a:ext>
            </a:extLst>
          </p:cNvPr>
          <p:cNvSpPr/>
          <p:nvPr/>
        </p:nvSpPr>
        <p:spPr>
          <a:xfrm>
            <a:off x="863405" y="1285435"/>
            <a:ext cx="8138160" cy="3246120"/>
          </a:xfrm>
          <a:prstGeom prst="roundRect">
            <a:avLst>
              <a:gd name="adj" fmla="val 3529"/>
            </a:avLst>
          </a:prstGeom>
          <a:solidFill>
            <a:srgbClr val="F4ECFB"/>
          </a:solidFill>
          <a:ln w="12700">
            <a:solidFill>
              <a:srgbClr val="F4ECFB"/>
            </a:solidFill>
            <a:prstDash val="solid"/>
          </a:ln>
        </p:spPr>
        <p:txBody>
          <a:bodyPr/>
          <a:lstStyle/>
          <a:p>
            <a:endParaRPr lang="es-UY" noProof="0" dirty="0"/>
          </a:p>
        </p:txBody>
      </p:sp>
      <p:sp>
        <p:nvSpPr>
          <p:cNvPr id="6" name="Shape 4">
            <a:extLst>
              <a:ext uri="{FF2B5EF4-FFF2-40B4-BE49-F238E27FC236}">
                <a16:creationId xmlns:a16="http://schemas.microsoft.com/office/drawing/2014/main" id="{80275234-EADA-B4FB-7E9B-1C485923340E}"/>
              </a:ext>
            </a:extLst>
          </p:cNvPr>
          <p:cNvSpPr/>
          <p:nvPr/>
        </p:nvSpPr>
        <p:spPr>
          <a:xfrm>
            <a:off x="685800" y="1371600"/>
            <a:ext cx="411480" cy="411480"/>
          </a:xfrm>
          <a:prstGeom prst="ellipse">
            <a:avLst/>
          </a:prstGeom>
          <a:solidFill>
            <a:srgbClr val="5A189A"/>
          </a:solidFill>
          <a:ln w="12700">
            <a:solidFill>
              <a:srgbClr val="5A189A"/>
            </a:solidFill>
            <a:prstDash val="solid"/>
          </a:ln>
        </p:spPr>
        <p:txBody>
          <a:bodyPr/>
          <a:lstStyle/>
          <a:p>
            <a:endParaRPr lang="es-UY" noProof="0" dirty="0"/>
          </a:p>
        </p:txBody>
      </p:sp>
      <p:sp>
        <p:nvSpPr>
          <p:cNvPr id="7" name="Text 5">
            <a:extLst>
              <a:ext uri="{FF2B5EF4-FFF2-40B4-BE49-F238E27FC236}">
                <a16:creationId xmlns:a16="http://schemas.microsoft.com/office/drawing/2014/main" id="{628DE0A0-4C18-0413-C401-8E58E2174A86}"/>
              </a:ext>
            </a:extLst>
          </p:cNvPr>
          <p:cNvSpPr txBox="1"/>
          <p:nvPr/>
        </p:nvSpPr>
        <p:spPr>
          <a:xfrm>
            <a:off x="685800" y="1371600"/>
            <a:ext cx="411480" cy="411480"/>
          </a:xfrm>
          <a:prstGeom prst="rect">
            <a:avLst/>
          </a:prstGeom>
          <a:noFill/>
          <a:ln/>
        </p:spPr>
        <p:txBody>
          <a:bodyPr wrap="square" lIns="0" tIns="0" rIns="0" bIns="0" rtlCol="0" anchor="ctr"/>
          <a:lstStyle/>
          <a:p>
            <a:pPr marL="0" indent="0" algn="ctr">
              <a:buNone/>
            </a:pPr>
            <a:r>
              <a:rPr lang="es-UY" sz="1400" b="1" noProof="0" dirty="0">
                <a:solidFill>
                  <a:srgbClr val="FFFFFF"/>
                </a:solidFill>
                <a:latin typeface="Oswald" pitchFamily="34" charset="0"/>
                <a:ea typeface="Oswald" pitchFamily="34" charset="-122"/>
                <a:cs typeface="Oswald" pitchFamily="34" charset="-120"/>
              </a:rPr>
              <a:t>3</a:t>
            </a:r>
            <a:endParaRPr lang="es-UY" sz="1400" noProof="0" dirty="0"/>
          </a:p>
        </p:txBody>
      </p:sp>
      <p:sp>
        <p:nvSpPr>
          <p:cNvPr id="8" name="Text 6">
            <a:extLst>
              <a:ext uri="{FF2B5EF4-FFF2-40B4-BE49-F238E27FC236}">
                <a16:creationId xmlns:a16="http://schemas.microsoft.com/office/drawing/2014/main" id="{01125F25-23D4-B66D-3E30-D33E1CD4083F}"/>
              </a:ext>
            </a:extLst>
          </p:cNvPr>
          <p:cNvSpPr txBox="1"/>
          <p:nvPr/>
        </p:nvSpPr>
        <p:spPr>
          <a:xfrm>
            <a:off x="1234439" y="1353312"/>
            <a:ext cx="5961186" cy="457200"/>
          </a:xfrm>
          <a:prstGeom prst="rect">
            <a:avLst/>
          </a:prstGeom>
          <a:noFill/>
          <a:ln/>
        </p:spPr>
        <p:txBody>
          <a:bodyPr wrap="square" lIns="0" tIns="0" rIns="0" bIns="0" rtlCol="0" anchor="ctr"/>
          <a:lstStyle/>
          <a:p>
            <a:pPr marL="0" indent="0">
              <a:buNone/>
            </a:pPr>
            <a:r>
              <a:rPr lang="es-ES" sz="1500" b="1" noProof="0" dirty="0">
                <a:solidFill>
                  <a:srgbClr val="2E0A4E"/>
                </a:solidFill>
                <a:latin typeface="Oswald" pitchFamily="34" charset="0"/>
                <a:ea typeface="Oswald" pitchFamily="34" charset="-122"/>
                <a:cs typeface="Oswald" pitchFamily="34" charset="-120"/>
              </a:rPr>
              <a:t>Mirador DESCA</a:t>
            </a:r>
            <a:endParaRPr lang="es-UY" sz="1500" noProof="0" dirty="0"/>
          </a:p>
        </p:txBody>
      </p:sp>
      <p:sp>
        <p:nvSpPr>
          <p:cNvPr id="10" name="Text 8">
            <a:extLst>
              <a:ext uri="{FF2B5EF4-FFF2-40B4-BE49-F238E27FC236}">
                <a16:creationId xmlns:a16="http://schemas.microsoft.com/office/drawing/2014/main" id="{3F05B35A-9777-E593-0FB8-3B4C0E641150}"/>
              </a:ext>
            </a:extLst>
          </p:cNvPr>
          <p:cNvSpPr txBox="1"/>
          <p:nvPr/>
        </p:nvSpPr>
        <p:spPr>
          <a:xfrm>
            <a:off x="1234440" y="2057400"/>
            <a:ext cx="6988126" cy="640080"/>
          </a:xfrm>
          <a:prstGeom prst="rect">
            <a:avLst/>
          </a:prstGeom>
          <a:noFill/>
          <a:ln/>
        </p:spPr>
        <p:txBody>
          <a:bodyPr wrap="square" lIns="0" tIns="0" rIns="0" bIns="0" rtlCol="0" anchor="t"/>
          <a:lstStyle/>
          <a:p>
            <a:pPr marL="0" indent="0">
              <a:buNone/>
            </a:pPr>
            <a:r>
              <a:rPr lang="es-ES" sz="1100" noProof="0" dirty="0">
                <a:solidFill>
                  <a:srgbClr val="2E0A4E"/>
                </a:solidFill>
                <a:latin typeface="Calibri" pitchFamily="34" charset="0"/>
                <a:ea typeface="Calibri" pitchFamily="34" charset="-122"/>
                <a:cs typeface="Calibri" pitchFamily="34" charset="-120"/>
              </a:rPr>
              <a:t>El Mirador DESCA es una plataforma orientada al seguimiento, monitoreo y análisis de los Derechos Económicos, Sociales, Culturales y Ambientales en Uruguay, desarrollada conjuntamente por la Institución Nacional de Derechos Humanos y Defensoría del Pueblo (INDDHH) y el Banco de Datos de la Facultad de Ciencias Sociales (FCS-UDELAR). La aplicación sistematiza indicadores cuantitativos, dimensiones normativas y datos estadísticos para evaluar el grado de cumplimiento y efectividad de estos derechos en el país.</a:t>
            </a:r>
          </a:p>
          <a:p>
            <a:pPr marL="0" indent="0">
              <a:buNone/>
            </a:pPr>
            <a:endParaRPr lang="es-ES" sz="1100" dirty="0">
              <a:solidFill>
                <a:srgbClr val="2E0A4E"/>
              </a:solidFill>
              <a:latin typeface="Calibri" pitchFamily="34" charset="0"/>
              <a:ea typeface="Calibri" pitchFamily="34" charset="-122"/>
              <a:cs typeface="Calibri" pitchFamily="34" charset="-120"/>
            </a:endParaRPr>
          </a:p>
          <a:p>
            <a:pPr marL="0" indent="0">
              <a:buNone/>
            </a:pPr>
            <a:r>
              <a:rPr lang="es-ES" sz="1100" dirty="0">
                <a:solidFill>
                  <a:srgbClr val="2E0A4E"/>
                </a:solidFill>
                <a:latin typeface="Calibri" pitchFamily="34" charset="0"/>
                <a:ea typeface="Calibri" pitchFamily="34" charset="-122"/>
                <a:cs typeface="Calibri" pitchFamily="34" charset="-120"/>
              </a:rPr>
              <a:t>E</a:t>
            </a:r>
            <a:r>
              <a:rPr lang="es-ES" sz="1100" noProof="0" dirty="0">
                <a:solidFill>
                  <a:srgbClr val="2E0A4E"/>
                </a:solidFill>
                <a:latin typeface="Calibri" pitchFamily="34" charset="0"/>
                <a:ea typeface="Calibri" pitchFamily="34" charset="-122"/>
                <a:cs typeface="Calibri" pitchFamily="34" charset="-120"/>
              </a:rPr>
              <a:t>s una aplicación web interactiva desarrollada en R con la librería Shiny, gestionada por el servidor de datos de la FCS y hospedada en shinyapps.io. Cuenta con un diseño estructurado en pestañas y paneles que integran selectores de indicadores, filtros de datos, gráficos estadísticos y tablas para facilitar la consulta visual de las métricas.</a:t>
            </a:r>
            <a:endParaRPr lang="es-UY" sz="1100" noProof="0" dirty="0"/>
          </a:p>
        </p:txBody>
      </p:sp>
      <p:sp>
        <p:nvSpPr>
          <p:cNvPr id="32" name="Text 7">
            <a:extLst>
              <a:ext uri="{FF2B5EF4-FFF2-40B4-BE49-F238E27FC236}">
                <a16:creationId xmlns:a16="http://schemas.microsoft.com/office/drawing/2014/main" id="{B58D7D6D-E325-B664-4D1E-44F5A2B1A183}"/>
              </a:ext>
            </a:extLst>
          </p:cNvPr>
          <p:cNvSpPr txBox="1"/>
          <p:nvPr/>
        </p:nvSpPr>
        <p:spPr>
          <a:xfrm>
            <a:off x="1234438" y="3717388"/>
            <a:ext cx="7100669" cy="274320"/>
          </a:xfrm>
          <a:prstGeom prst="rect">
            <a:avLst/>
          </a:prstGeom>
          <a:noFill/>
          <a:ln/>
        </p:spPr>
        <p:txBody>
          <a:bodyPr wrap="square" lIns="0" tIns="0" rIns="0" bIns="0" rtlCol="0" anchor="ctr"/>
          <a:lstStyle/>
          <a:p>
            <a:r>
              <a:rPr lang="es-ES" sz="1600" dirty="0">
                <a:solidFill>
                  <a:srgbClr val="5A189A"/>
                </a:solidFill>
                <a:latin typeface="Courier New" pitchFamily="34" charset="0"/>
                <a:cs typeface="Courier New" pitchFamily="34" charset="-120"/>
                <a:hlinkClick r:id="rId3"/>
              </a:rPr>
              <a:t>https://bancodedatos-fcs.shinyapps.io/Mirador-DESCA-app/</a:t>
            </a:r>
            <a:endParaRPr lang="es-UY" sz="1600" noProof="0" dirty="0"/>
          </a:p>
        </p:txBody>
      </p:sp>
      <p:sp>
        <p:nvSpPr>
          <p:cNvPr id="4" name="Text 7">
            <a:extLst>
              <a:ext uri="{FF2B5EF4-FFF2-40B4-BE49-F238E27FC236}">
                <a16:creationId xmlns:a16="http://schemas.microsoft.com/office/drawing/2014/main" id="{414B8CB4-5304-436B-891C-2E19C52A7B11}"/>
              </a:ext>
            </a:extLst>
          </p:cNvPr>
          <p:cNvSpPr txBox="1"/>
          <p:nvPr/>
        </p:nvSpPr>
        <p:spPr>
          <a:xfrm>
            <a:off x="1234440" y="1783549"/>
            <a:ext cx="7156939" cy="274320"/>
          </a:xfrm>
          <a:prstGeom prst="rect">
            <a:avLst/>
          </a:prstGeom>
          <a:noFill/>
          <a:ln/>
        </p:spPr>
        <p:txBody>
          <a:bodyPr wrap="square" lIns="0" tIns="0" rIns="0" bIns="0" rtlCol="0" anchor="ctr"/>
          <a:lstStyle/>
          <a:p>
            <a:pPr marL="0" indent="0">
              <a:buNone/>
            </a:pPr>
            <a:r>
              <a:rPr lang="es-ES" sz="1000" dirty="0">
                <a:solidFill>
                  <a:srgbClr val="5A189A"/>
                </a:solidFill>
                <a:latin typeface="Courier New" pitchFamily="34" charset="0"/>
                <a:cs typeface="Courier New" pitchFamily="34" charset="-120"/>
              </a:rPr>
              <a:t>INDDHH - Unidad de Métodos y Análisis de Datos (UMAD)</a:t>
            </a:r>
            <a:endParaRPr lang="es-UY" sz="1000" noProof="0" dirty="0"/>
          </a:p>
        </p:txBody>
      </p:sp>
    </p:spTree>
    <p:extLst>
      <p:ext uri="{BB962C8B-B14F-4D97-AF65-F5344CB8AC3E}">
        <p14:creationId xmlns:p14="http://schemas.microsoft.com/office/powerpoint/2010/main" val="2287114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C52259F-B737-7438-2739-12C2B78E47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B1D089F-A0E9-F613-A327-CEB9D6C82910}"/>
              </a:ext>
            </a:extLst>
          </p:cNvPr>
          <p:cNvSpPr txBox="1"/>
          <p:nvPr/>
        </p:nvSpPr>
        <p:spPr>
          <a:xfrm>
            <a:off x="502920" y="320040"/>
            <a:ext cx="7040880" cy="640080"/>
          </a:xfrm>
          <a:prstGeom prst="rect">
            <a:avLst/>
          </a:prstGeom>
          <a:noFill/>
          <a:ln/>
        </p:spPr>
        <p:txBody>
          <a:bodyPr wrap="square" lIns="0" tIns="0" rIns="0" bIns="0" rtlCol="0" anchor="ctr"/>
          <a:lstStyle/>
          <a:p>
            <a:pPr marL="0" indent="0">
              <a:buNone/>
            </a:pPr>
            <a:r>
              <a:rPr lang="es-UY" sz="3000" b="1" noProof="0" dirty="0">
                <a:solidFill>
                  <a:srgbClr val="2E0A4E"/>
                </a:solidFill>
                <a:latin typeface="Oswald" pitchFamily="34" charset="0"/>
                <a:ea typeface="Oswald" pitchFamily="34" charset="-122"/>
                <a:cs typeface="Oswald" pitchFamily="34" charset="-120"/>
              </a:rPr>
              <a:t>Shinys para inspirarse</a:t>
            </a:r>
            <a:endParaRPr lang="es-UY" sz="3000" noProof="0" dirty="0"/>
          </a:p>
        </p:txBody>
      </p:sp>
      <p:sp>
        <p:nvSpPr>
          <p:cNvPr id="5" name="Shape 3">
            <a:extLst>
              <a:ext uri="{FF2B5EF4-FFF2-40B4-BE49-F238E27FC236}">
                <a16:creationId xmlns:a16="http://schemas.microsoft.com/office/drawing/2014/main" id="{3E9A45C0-20C0-CCB3-959D-C4A5480E502C}"/>
              </a:ext>
            </a:extLst>
          </p:cNvPr>
          <p:cNvSpPr/>
          <p:nvPr/>
        </p:nvSpPr>
        <p:spPr>
          <a:xfrm>
            <a:off x="397412" y="1151792"/>
            <a:ext cx="8138160" cy="3246120"/>
          </a:xfrm>
          <a:prstGeom prst="roundRect">
            <a:avLst>
              <a:gd name="adj" fmla="val 3529"/>
            </a:avLst>
          </a:prstGeom>
          <a:solidFill>
            <a:srgbClr val="F4ECFB"/>
          </a:solidFill>
          <a:ln w="12700">
            <a:solidFill>
              <a:srgbClr val="F4ECFB"/>
            </a:solidFill>
            <a:prstDash val="solid"/>
          </a:ln>
        </p:spPr>
        <p:txBody>
          <a:bodyPr/>
          <a:lstStyle/>
          <a:p>
            <a:endParaRPr lang="es-UY" noProof="0" dirty="0"/>
          </a:p>
        </p:txBody>
      </p:sp>
      <p:sp>
        <p:nvSpPr>
          <p:cNvPr id="6" name="Shape 4">
            <a:extLst>
              <a:ext uri="{FF2B5EF4-FFF2-40B4-BE49-F238E27FC236}">
                <a16:creationId xmlns:a16="http://schemas.microsoft.com/office/drawing/2014/main" id="{6576F44F-CCFF-F7C8-F2B0-14CE21BF13DD}"/>
              </a:ext>
            </a:extLst>
          </p:cNvPr>
          <p:cNvSpPr/>
          <p:nvPr/>
        </p:nvSpPr>
        <p:spPr>
          <a:xfrm>
            <a:off x="685800" y="1371600"/>
            <a:ext cx="411480" cy="411480"/>
          </a:xfrm>
          <a:prstGeom prst="ellipse">
            <a:avLst/>
          </a:prstGeom>
          <a:solidFill>
            <a:srgbClr val="5A189A"/>
          </a:solidFill>
          <a:ln w="12700">
            <a:solidFill>
              <a:srgbClr val="5A189A"/>
            </a:solidFill>
            <a:prstDash val="solid"/>
          </a:ln>
        </p:spPr>
        <p:txBody>
          <a:bodyPr/>
          <a:lstStyle/>
          <a:p>
            <a:endParaRPr lang="es-UY" noProof="0" dirty="0"/>
          </a:p>
        </p:txBody>
      </p:sp>
      <p:sp>
        <p:nvSpPr>
          <p:cNvPr id="7" name="Text 5">
            <a:extLst>
              <a:ext uri="{FF2B5EF4-FFF2-40B4-BE49-F238E27FC236}">
                <a16:creationId xmlns:a16="http://schemas.microsoft.com/office/drawing/2014/main" id="{1408EB34-4B6C-3B6C-9C92-ACE2E5EA0696}"/>
              </a:ext>
            </a:extLst>
          </p:cNvPr>
          <p:cNvSpPr txBox="1"/>
          <p:nvPr/>
        </p:nvSpPr>
        <p:spPr>
          <a:xfrm>
            <a:off x="685800" y="1371600"/>
            <a:ext cx="411480" cy="411480"/>
          </a:xfrm>
          <a:prstGeom prst="rect">
            <a:avLst/>
          </a:prstGeom>
          <a:noFill/>
          <a:ln/>
        </p:spPr>
        <p:txBody>
          <a:bodyPr wrap="square" lIns="0" tIns="0" rIns="0" bIns="0" rtlCol="0" anchor="ctr"/>
          <a:lstStyle/>
          <a:p>
            <a:pPr marL="0" indent="0" algn="ctr">
              <a:buNone/>
            </a:pPr>
            <a:r>
              <a:rPr lang="es-UY" sz="1400" b="1" dirty="0">
                <a:solidFill>
                  <a:srgbClr val="FFFFFF"/>
                </a:solidFill>
                <a:latin typeface="Oswald" pitchFamily="34" charset="0"/>
              </a:rPr>
              <a:t>4</a:t>
            </a:r>
            <a:endParaRPr lang="es-UY" sz="1400" noProof="0" dirty="0"/>
          </a:p>
        </p:txBody>
      </p:sp>
      <p:sp>
        <p:nvSpPr>
          <p:cNvPr id="8" name="Text 6">
            <a:extLst>
              <a:ext uri="{FF2B5EF4-FFF2-40B4-BE49-F238E27FC236}">
                <a16:creationId xmlns:a16="http://schemas.microsoft.com/office/drawing/2014/main" id="{DB5AF91D-9364-F81E-737D-8586BD9B8612}"/>
              </a:ext>
            </a:extLst>
          </p:cNvPr>
          <p:cNvSpPr txBox="1"/>
          <p:nvPr/>
        </p:nvSpPr>
        <p:spPr>
          <a:xfrm>
            <a:off x="1234439" y="1353312"/>
            <a:ext cx="5961186" cy="457200"/>
          </a:xfrm>
          <a:prstGeom prst="rect">
            <a:avLst/>
          </a:prstGeom>
          <a:noFill/>
          <a:ln/>
        </p:spPr>
        <p:txBody>
          <a:bodyPr wrap="square" lIns="0" tIns="0" rIns="0" bIns="0" rtlCol="0" anchor="ctr"/>
          <a:lstStyle/>
          <a:p>
            <a:pPr marL="0" indent="0">
              <a:buNone/>
            </a:pPr>
            <a:r>
              <a:rPr lang="es-ES" sz="1500" b="1" noProof="0" dirty="0">
                <a:solidFill>
                  <a:srgbClr val="2E0A4E"/>
                </a:solidFill>
                <a:latin typeface="Oswald" pitchFamily="34" charset="0"/>
                <a:ea typeface="Oswald" pitchFamily="34" charset="-122"/>
                <a:cs typeface="Oswald" pitchFamily="34" charset="-120"/>
              </a:rPr>
              <a:t>Costos salariales docentes</a:t>
            </a:r>
            <a:endParaRPr lang="es-UY" sz="1500" noProof="0" dirty="0"/>
          </a:p>
        </p:txBody>
      </p:sp>
      <p:sp>
        <p:nvSpPr>
          <p:cNvPr id="10" name="Text 8">
            <a:extLst>
              <a:ext uri="{FF2B5EF4-FFF2-40B4-BE49-F238E27FC236}">
                <a16:creationId xmlns:a16="http://schemas.microsoft.com/office/drawing/2014/main" id="{1730D29D-1880-2668-BE08-C7164AF0A796}"/>
              </a:ext>
            </a:extLst>
          </p:cNvPr>
          <p:cNvSpPr txBox="1"/>
          <p:nvPr/>
        </p:nvSpPr>
        <p:spPr>
          <a:xfrm>
            <a:off x="1234438" y="1931670"/>
            <a:ext cx="6988126" cy="640080"/>
          </a:xfrm>
          <a:prstGeom prst="rect">
            <a:avLst/>
          </a:prstGeom>
          <a:noFill/>
          <a:ln/>
        </p:spPr>
        <p:txBody>
          <a:bodyPr wrap="square" lIns="0" tIns="0" rIns="0" bIns="0" rtlCol="0" anchor="t"/>
          <a:lstStyle/>
          <a:p>
            <a:r>
              <a:rPr lang="en-US" sz="1100" dirty="0"/>
              <a:t>Es una </a:t>
            </a:r>
            <a:r>
              <a:rPr lang="en-US" sz="1100" dirty="0" err="1"/>
              <a:t>calculadora</a:t>
            </a:r>
            <a:r>
              <a:rPr lang="en-US" sz="1100" dirty="0"/>
              <a:t> web (</a:t>
            </a:r>
            <a:r>
              <a:rPr lang="en-US" sz="1100" dirty="0" err="1"/>
              <a:t>Streamlit</a:t>
            </a:r>
            <a:r>
              <a:rPr lang="en-US" sz="1100" dirty="0"/>
              <a:t>) del </a:t>
            </a:r>
            <a:r>
              <a:rPr lang="en-US" sz="1100" dirty="0" err="1"/>
              <a:t>costo</a:t>
            </a:r>
            <a:r>
              <a:rPr lang="en-US" sz="1100" dirty="0"/>
              <a:t> </a:t>
            </a:r>
            <a:r>
              <a:rPr lang="en-US" sz="1100" dirty="0" err="1"/>
              <a:t>salarial</a:t>
            </a:r>
            <a:r>
              <a:rPr lang="en-US" sz="1100" dirty="0"/>
              <a:t> </a:t>
            </a:r>
            <a:r>
              <a:rPr lang="en-US" sz="1100" dirty="0" err="1"/>
              <a:t>anual</a:t>
            </a:r>
            <a:r>
              <a:rPr lang="en-US" sz="1100" dirty="0"/>
              <a:t> de cargos </a:t>
            </a:r>
            <a:r>
              <a:rPr lang="en-US" sz="1100" dirty="0" err="1"/>
              <a:t>docentes</a:t>
            </a:r>
            <a:r>
              <a:rPr lang="en-US" sz="1100" dirty="0"/>
              <a:t> de la FCS bajo el </a:t>
            </a:r>
            <a:r>
              <a:rPr lang="en-US" sz="1100" dirty="0" err="1"/>
              <a:t>régimen</a:t>
            </a:r>
            <a:r>
              <a:rPr lang="en-US" sz="1100" dirty="0"/>
              <a:t> sin </a:t>
            </a:r>
            <a:r>
              <a:rPr lang="en-US" sz="1100" dirty="0" err="1"/>
              <a:t>Dedicación</a:t>
            </a:r>
            <a:r>
              <a:rPr lang="en-US" sz="1100" dirty="0"/>
              <a:t> Total, con la </a:t>
            </a:r>
            <a:r>
              <a:rPr lang="en-US" sz="1100" dirty="0" err="1"/>
              <a:t>tabla</a:t>
            </a:r>
            <a:r>
              <a:rPr lang="en-US" sz="1100" dirty="0"/>
              <a:t> </a:t>
            </a:r>
            <a:r>
              <a:rPr lang="en-US" sz="1100" dirty="0" err="1"/>
              <a:t>salarial</a:t>
            </a:r>
            <a:r>
              <a:rPr lang="en-US" sz="1100" dirty="0"/>
              <a:t> 2026 y cargas de 3 a 60 horas. Se carga una fila por cargo con </a:t>
            </a:r>
            <a:r>
              <a:rPr lang="en-US" sz="1100" dirty="0" err="1"/>
              <a:t>grado</a:t>
            </a:r>
            <a:r>
              <a:rPr lang="en-US" sz="1100" dirty="0"/>
              <a:t>, horas base, </a:t>
            </a:r>
            <a:r>
              <a:rPr lang="en-US" sz="1100" dirty="0" err="1"/>
              <a:t>extensión</a:t>
            </a:r>
            <a:r>
              <a:rPr lang="en-US" sz="1100" dirty="0"/>
              <a:t> </a:t>
            </a:r>
            <a:r>
              <a:rPr lang="en-US" sz="1100" dirty="0" err="1"/>
              <a:t>horaria</a:t>
            </a:r>
            <a:r>
              <a:rPr lang="en-US" sz="1100" dirty="0"/>
              <a:t> </a:t>
            </a:r>
            <a:r>
              <a:rPr lang="en-US" sz="1100" dirty="0" err="1"/>
              <a:t>opcional</a:t>
            </a:r>
            <a:r>
              <a:rPr lang="en-US" sz="1100" dirty="0"/>
              <a:t> y período, y la app </a:t>
            </a:r>
            <a:r>
              <a:rPr lang="en-US" sz="1100" dirty="0" err="1"/>
              <a:t>calcula</a:t>
            </a:r>
            <a:r>
              <a:rPr lang="en-US" sz="1100" dirty="0"/>
              <a:t> el </a:t>
            </a:r>
            <a:r>
              <a:rPr lang="en-US" sz="1100" dirty="0" err="1"/>
              <a:t>costo</a:t>
            </a:r>
            <a:r>
              <a:rPr lang="en-US" sz="1100" dirty="0"/>
              <a:t> total de </a:t>
            </a:r>
            <a:r>
              <a:rPr lang="en-US" sz="1100" dirty="0" err="1"/>
              <a:t>cada</a:t>
            </a:r>
            <a:r>
              <a:rPr lang="en-US" sz="1100" dirty="0"/>
              <a:t> uno. Ese </a:t>
            </a:r>
            <a:r>
              <a:rPr lang="en-US" sz="1100" dirty="0" err="1"/>
              <a:t>costo</a:t>
            </a:r>
            <a:r>
              <a:rPr lang="en-US" sz="1100" dirty="0"/>
              <a:t> es el nominal más </a:t>
            </a:r>
            <a:r>
              <a:rPr lang="en-US" sz="1100" dirty="0" err="1"/>
              <a:t>aportes</a:t>
            </a:r>
            <a:r>
              <a:rPr lang="en-US" sz="1100" dirty="0"/>
              <a:t> </a:t>
            </a:r>
            <a:r>
              <a:rPr lang="en-US" sz="1100" dirty="0" err="1"/>
              <a:t>patronales</a:t>
            </a:r>
            <a:r>
              <a:rPr lang="en-US" sz="1100" dirty="0"/>
              <a:t> y SNIS, más el </a:t>
            </a:r>
            <a:r>
              <a:rPr lang="en-US" sz="1100" dirty="0" err="1"/>
              <a:t>aguinaldo</a:t>
            </a:r>
            <a:r>
              <a:rPr lang="en-US" sz="1100" dirty="0"/>
              <a:t> con </a:t>
            </a:r>
            <a:r>
              <a:rPr lang="en-US" sz="1100" dirty="0" err="1"/>
              <a:t>aportes</a:t>
            </a:r>
            <a:r>
              <a:rPr lang="en-US" sz="1100" dirty="0"/>
              <a:t>. Además arma un </a:t>
            </a:r>
            <a:r>
              <a:rPr lang="en-US" sz="1100" dirty="0" err="1"/>
              <a:t>detalle</a:t>
            </a:r>
            <a:r>
              <a:rPr lang="en-US" sz="1100" dirty="0"/>
              <a:t> por cargo con su total, que </a:t>
            </a:r>
            <a:r>
              <a:rPr lang="en-US" sz="1100" dirty="0" err="1"/>
              <a:t>muestra</a:t>
            </a:r>
            <a:r>
              <a:rPr lang="en-US" sz="1100" dirty="0"/>
              <a:t> el </a:t>
            </a:r>
            <a:r>
              <a:rPr lang="en-US" sz="1100" dirty="0" err="1"/>
              <a:t>sueldo</a:t>
            </a:r>
            <a:r>
              <a:rPr lang="en-US" sz="1100" dirty="0"/>
              <a:t> </a:t>
            </a:r>
            <a:r>
              <a:rPr lang="en-US" sz="1100" dirty="0" err="1"/>
              <a:t>mensual</a:t>
            </a:r>
            <a:r>
              <a:rPr lang="en-US" sz="1100" dirty="0"/>
              <a:t> </a:t>
            </a:r>
            <a:r>
              <a:rPr lang="en-US" sz="1100" dirty="0" err="1"/>
              <a:t>imputado</a:t>
            </a:r>
            <a:r>
              <a:rPr lang="en-US" sz="1100" dirty="0"/>
              <a:t>, los meses </a:t>
            </a:r>
            <a:r>
              <a:rPr lang="en-US" sz="1100" dirty="0" err="1"/>
              <a:t>efectivos</a:t>
            </a:r>
            <a:r>
              <a:rPr lang="en-US" sz="1100" dirty="0"/>
              <a:t>, la </a:t>
            </a:r>
            <a:r>
              <a:rPr lang="en-US" sz="1100" dirty="0" err="1"/>
              <a:t>partida</a:t>
            </a:r>
            <a:r>
              <a:rPr lang="en-US" sz="1100" dirty="0"/>
              <a:t> </a:t>
            </a:r>
            <a:r>
              <a:rPr lang="en-US" sz="1100" dirty="0" err="1"/>
              <a:t>libros</a:t>
            </a:r>
            <a:r>
              <a:rPr lang="en-US" sz="1100" dirty="0"/>
              <a:t> y </a:t>
            </a:r>
            <a:r>
              <a:rPr lang="en-US" sz="1100" dirty="0" err="1"/>
              <a:t>cuántas</a:t>
            </a:r>
            <a:r>
              <a:rPr lang="en-US" sz="1100" dirty="0"/>
              <a:t> </a:t>
            </a:r>
            <a:r>
              <a:rPr lang="en-US" sz="1100" dirty="0" err="1"/>
              <a:t>veces</a:t>
            </a:r>
            <a:r>
              <a:rPr lang="en-US" sz="1100" dirty="0"/>
              <a:t> se </a:t>
            </a:r>
            <a:r>
              <a:rPr lang="en-US" sz="1100" dirty="0" err="1"/>
              <a:t>paga</a:t>
            </a:r>
            <a:r>
              <a:rPr lang="en-US" sz="1100" dirty="0"/>
              <a:t> en el período, y los </a:t>
            </a:r>
            <a:r>
              <a:rPr lang="en-US" sz="1100" dirty="0" err="1"/>
              <a:t>subtotales</a:t>
            </a:r>
            <a:r>
              <a:rPr lang="en-US" sz="1100" dirty="0"/>
              <a:t>. La </a:t>
            </a:r>
            <a:r>
              <a:rPr lang="en-US" sz="1100" dirty="0" err="1"/>
              <a:t>tabla</a:t>
            </a:r>
            <a:r>
              <a:rPr lang="en-US" sz="1100" dirty="0"/>
              <a:t> </a:t>
            </a:r>
            <a:r>
              <a:rPr lang="en-US" sz="1100" dirty="0" err="1"/>
              <a:t>salarial</a:t>
            </a:r>
            <a:r>
              <a:rPr lang="en-US" sz="1100" dirty="0"/>
              <a:t> por </a:t>
            </a:r>
            <a:r>
              <a:rPr lang="en-US" sz="1100" dirty="0" err="1"/>
              <a:t>defecto</a:t>
            </a:r>
            <a:r>
              <a:rPr lang="en-US" sz="1100" dirty="0"/>
              <a:t> se </a:t>
            </a:r>
            <a:r>
              <a:rPr lang="en-US" sz="1100" dirty="0" err="1"/>
              <a:t>puede</a:t>
            </a:r>
            <a:r>
              <a:rPr lang="en-US" sz="1100" dirty="0"/>
              <a:t> </a:t>
            </a:r>
            <a:r>
              <a:rPr lang="en-US" sz="1100" dirty="0" err="1"/>
              <a:t>reemplazar</a:t>
            </a:r>
            <a:r>
              <a:rPr lang="en-US" sz="1100" dirty="0"/>
              <a:t> </a:t>
            </a:r>
            <a:r>
              <a:rPr lang="en-US" sz="1100" dirty="0" err="1"/>
              <a:t>subiendo</a:t>
            </a:r>
            <a:r>
              <a:rPr lang="en-US" sz="1100" dirty="0"/>
              <a:t> un CSV, y el </a:t>
            </a:r>
            <a:r>
              <a:rPr lang="en-US" sz="1100" dirty="0" err="1"/>
              <a:t>resultado</a:t>
            </a:r>
            <a:r>
              <a:rPr lang="en-US" sz="1100" dirty="0"/>
              <a:t> se </a:t>
            </a:r>
            <a:r>
              <a:rPr lang="en-US" sz="1100" dirty="0" err="1"/>
              <a:t>descarga</a:t>
            </a:r>
            <a:r>
              <a:rPr lang="en-US" sz="1100" dirty="0"/>
              <a:t> en Excel. </a:t>
            </a:r>
            <a:r>
              <a:rPr lang="en-US" sz="1100" dirty="0" err="1"/>
              <a:t>Está</a:t>
            </a:r>
            <a:r>
              <a:rPr lang="en-US" sz="1100" dirty="0"/>
              <a:t> </a:t>
            </a:r>
            <a:r>
              <a:rPr lang="en-US" sz="1100" dirty="0" err="1"/>
              <a:t>pensada</a:t>
            </a:r>
            <a:r>
              <a:rPr lang="en-US" sz="1100" dirty="0"/>
              <a:t> para </a:t>
            </a:r>
            <a:r>
              <a:rPr lang="en-US" sz="1100" dirty="0" err="1"/>
              <a:t>presupuestar</a:t>
            </a:r>
            <a:r>
              <a:rPr lang="en-US" sz="1100" dirty="0"/>
              <a:t> cargos </a:t>
            </a:r>
            <a:r>
              <a:rPr lang="en-US" sz="1100" dirty="0" err="1"/>
              <a:t>docentes</a:t>
            </a:r>
            <a:r>
              <a:rPr lang="en-US" sz="1100" dirty="0"/>
              <a:t> en </a:t>
            </a:r>
            <a:r>
              <a:rPr lang="en-US" sz="1100" dirty="0" err="1"/>
              <a:t>proyectos</a:t>
            </a:r>
            <a:r>
              <a:rPr lang="en-US" sz="1100" dirty="0"/>
              <a:t> o </a:t>
            </a:r>
            <a:r>
              <a:rPr lang="en-US" sz="1100" dirty="0" err="1"/>
              <a:t>convenios</a:t>
            </a:r>
            <a:r>
              <a:rPr lang="en-US" sz="1100" dirty="0"/>
              <a:t>.</a:t>
            </a:r>
            <a:endParaRPr lang="es-UY" sz="1100" noProof="0" dirty="0"/>
          </a:p>
        </p:txBody>
      </p:sp>
      <p:sp>
        <p:nvSpPr>
          <p:cNvPr id="32" name="Text 7">
            <a:extLst>
              <a:ext uri="{FF2B5EF4-FFF2-40B4-BE49-F238E27FC236}">
                <a16:creationId xmlns:a16="http://schemas.microsoft.com/office/drawing/2014/main" id="{6080B46F-7A07-AD45-1056-1DAB0F38AB9D}"/>
              </a:ext>
            </a:extLst>
          </p:cNvPr>
          <p:cNvSpPr txBox="1"/>
          <p:nvPr/>
        </p:nvSpPr>
        <p:spPr>
          <a:xfrm>
            <a:off x="1234438" y="3344154"/>
            <a:ext cx="7100669" cy="274320"/>
          </a:xfrm>
          <a:prstGeom prst="rect">
            <a:avLst/>
          </a:prstGeom>
          <a:noFill/>
          <a:ln/>
        </p:spPr>
        <p:txBody>
          <a:bodyPr wrap="square" lIns="0" tIns="0" rIns="0" bIns="0" rtlCol="0" anchor="ctr"/>
          <a:lstStyle/>
          <a:p>
            <a:r>
              <a:rPr lang="es-ES" sz="1600" dirty="0">
                <a:solidFill>
                  <a:srgbClr val="5A189A"/>
                </a:solidFill>
                <a:latin typeface="Courier New" pitchFamily="34" charset="0"/>
                <a:cs typeface="Courier New" pitchFamily="34" charset="-120"/>
                <a:hlinkClick r:id="rId3"/>
              </a:rPr>
              <a:t>https://calcula-salarios-fcs.streamlit.app/</a:t>
            </a:r>
            <a:endParaRPr lang="es-UY" sz="1600" noProof="0" dirty="0"/>
          </a:p>
        </p:txBody>
      </p:sp>
    </p:spTree>
    <p:extLst>
      <p:ext uri="{BB962C8B-B14F-4D97-AF65-F5344CB8AC3E}">
        <p14:creationId xmlns:p14="http://schemas.microsoft.com/office/powerpoint/2010/main" val="403348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4744ABA-04B1-3FDE-1A06-6B75E61CA99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9A94B88-2C47-5693-DE0F-D09725257BAC}"/>
              </a:ext>
            </a:extLst>
          </p:cNvPr>
          <p:cNvSpPr txBox="1"/>
          <p:nvPr/>
        </p:nvSpPr>
        <p:spPr>
          <a:xfrm>
            <a:off x="502920" y="320040"/>
            <a:ext cx="7040880" cy="640080"/>
          </a:xfrm>
          <a:prstGeom prst="rect">
            <a:avLst/>
          </a:prstGeom>
          <a:noFill/>
          <a:ln/>
        </p:spPr>
        <p:txBody>
          <a:bodyPr wrap="square" lIns="0" tIns="0" rIns="0" bIns="0" rtlCol="0" anchor="ctr"/>
          <a:lstStyle/>
          <a:p>
            <a:pPr marL="0" indent="0">
              <a:buNone/>
            </a:pPr>
            <a:r>
              <a:rPr lang="es-UY" sz="3000" b="1" noProof="0" dirty="0">
                <a:solidFill>
                  <a:srgbClr val="2E0A4E"/>
                </a:solidFill>
                <a:latin typeface="Oswald" pitchFamily="34" charset="0"/>
                <a:ea typeface="Oswald" pitchFamily="34" charset="-122"/>
                <a:cs typeface="Oswald" pitchFamily="34" charset="-120"/>
              </a:rPr>
              <a:t>Shinys para inspirarse</a:t>
            </a:r>
            <a:endParaRPr lang="es-UY" sz="3000" noProof="0" dirty="0"/>
          </a:p>
        </p:txBody>
      </p:sp>
      <p:sp>
        <p:nvSpPr>
          <p:cNvPr id="5" name="Shape 3">
            <a:extLst>
              <a:ext uri="{FF2B5EF4-FFF2-40B4-BE49-F238E27FC236}">
                <a16:creationId xmlns:a16="http://schemas.microsoft.com/office/drawing/2014/main" id="{C1AA03FA-9AF1-3510-641D-405359447922}"/>
              </a:ext>
            </a:extLst>
          </p:cNvPr>
          <p:cNvSpPr/>
          <p:nvPr/>
        </p:nvSpPr>
        <p:spPr>
          <a:xfrm>
            <a:off x="397412" y="1151792"/>
            <a:ext cx="8138160" cy="3246120"/>
          </a:xfrm>
          <a:prstGeom prst="roundRect">
            <a:avLst>
              <a:gd name="adj" fmla="val 3529"/>
            </a:avLst>
          </a:prstGeom>
          <a:solidFill>
            <a:srgbClr val="F4ECFB"/>
          </a:solidFill>
          <a:ln w="12700">
            <a:solidFill>
              <a:srgbClr val="F4ECFB"/>
            </a:solidFill>
            <a:prstDash val="solid"/>
          </a:ln>
        </p:spPr>
        <p:txBody>
          <a:bodyPr/>
          <a:lstStyle/>
          <a:p>
            <a:endParaRPr lang="es-UY" noProof="0" dirty="0"/>
          </a:p>
        </p:txBody>
      </p:sp>
      <p:sp>
        <p:nvSpPr>
          <p:cNvPr id="6" name="Shape 4">
            <a:extLst>
              <a:ext uri="{FF2B5EF4-FFF2-40B4-BE49-F238E27FC236}">
                <a16:creationId xmlns:a16="http://schemas.microsoft.com/office/drawing/2014/main" id="{72080B57-7DB3-9754-41CD-CCA05AAAAB65}"/>
              </a:ext>
            </a:extLst>
          </p:cNvPr>
          <p:cNvSpPr/>
          <p:nvPr/>
        </p:nvSpPr>
        <p:spPr>
          <a:xfrm>
            <a:off x="685800" y="1371600"/>
            <a:ext cx="411480" cy="411480"/>
          </a:xfrm>
          <a:prstGeom prst="ellipse">
            <a:avLst/>
          </a:prstGeom>
          <a:solidFill>
            <a:srgbClr val="5A189A"/>
          </a:solidFill>
          <a:ln w="12700">
            <a:solidFill>
              <a:srgbClr val="5A189A"/>
            </a:solidFill>
            <a:prstDash val="solid"/>
          </a:ln>
        </p:spPr>
        <p:txBody>
          <a:bodyPr/>
          <a:lstStyle/>
          <a:p>
            <a:endParaRPr lang="es-UY" noProof="0" dirty="0"/>
          </a:p>
        </p:txBody>
      </p:sp>
      <p:sp>
        <p:nvSpPr>
          <p:cNvPr id="7" name="Text 5">
            <a:extLst>
              <a:ext uri="{FF2B5EF4-FFF2-40B4-BE49-F238E27FC236}">
                <a16:creationId xmlns:a16="http://schemas.microsoft.com/office/drawing/2014/main" id="{DD149729-DB23-88D0-8AF7-7AE81D41E23C}"/>
              </a:ext>
            </a:extLst>
          </p:cNvPr>
          <p:cNvSpPr txBox="1"/>
          <p:nvPr/>
        </p:nvSpPr>
        <p:spPr>
          <a:xfrm>
            <a:off x="685800" y="1371600"/>
            <a:ext cx="411480" cy="411480"/>
          </a:xfrm>
          <a:prstGeom prst="rect">
            <a:avLst/>
          </a:prstGeom>
          <a:noFill/>
          <a:ln/>
        </p:spPr>
        <p:txBody>
          <a:bodyPr wrap="square" lIns="0" tIns="0" rIns="0" bIns="0" rtlCol="0" anchor="ctr"/>
          <a:lstStyle/>
          <a:p>
            <a:pPr marL="0" indent="0" algn="ctr">
              <a:buNone/>
            </a:pPr>
            <a:r>
              <a:rPr lang="es-UY" sz="1400" b="1" noProof="0" dirty="0">
                <a:solidFill>
                  <a:srgbClr val="FFFFFF"/>
                </a:solidFill>
                <a:latin typeface="Oswald" pitchFamily="34" charset="0"/>
                <a:ea typeface="Oswald" pitchFamily="34" charset="-122"/>
                <a:cs typeface="Oswald" pitchFamily="34" charset="-120"/>
              </a:rPr>
              <a:t>5</a:t>
            </a:r>
            <a:endParaRPr lang="es-UY" sz="1400" noProof="0" dirty="0"/>
          </a:p>
        </p:txBody>
      </p:sp>
      <p:sp>
        <p:nvSpPr>
          <p:cNvPr id="8" name="Text 6">
            <a:extLst>
              <a:ext uri="{FF2B5EF4-FFF2-40B4-BE49-F238E27FC236}">
                <a16:creationId xmlns:a16="http://schemas.microsoft.com/office/drawing/2014/main" id="{791A7990-2029-4EF3-F914-E97B14045AD4}"/>
              </a:ext>
            </a:extLst>
          </p:cNvPr>
          <p:cNvSpPr txBox="1"/>
          <p:nvPr/>
        </p:nvSpPr>
        <p:spPr>
          <a:xfrm>
            <a:off x="1234439" y="1353312"/>
            <a:ext cx="5961186" cy="457200"/>
          </a:xfrm>
          <a:prstGeom prst="rect">
            <a:avLst/>
          </a:prstGeom>
          <a:noFill/>
          <a:ln/>
        </p:spPr>
        <p:txBody>
          <a:bodyPr wrap="square" lIns="0" tIns="0" rIns="0" bIns="0" rtlCol="0" anchor="ctr"/>
          <a:lstStyle/>
          <a:p>
            <a:pPr marL="0" indent="0">
              <a:buNone/>
            </a:pPr>
            <a:r>
              <a:rPr lang="es-ES" sz="1500" b="1" noProof="0" dirty="0">
                <a:solidFill>
                  <a:srgbClr val="2E0A4E"/>
                </a:solidFill>
                <a:latin typeface="Oswald" pitchFamily="34" charset="0"/>
                <a:ea typeface="Oswald" pitchFamily="34" charset="-122"/>
                <a:cs typeface="Oswald" pitchFamily="34" charset="-120"/>
              </a:rPr>
              <a:t>App de corrección - FCEA</a:t>
            </a:r>
            <a:endParaRPr lang="es-UY" sz="1500" noProof="0" dirty="0"/>
          </a:p>
        </p:txBody>
      </p:sp>
      <p:sp>
        <p:nvSpPr>
          <p:cNvPr id="10" name="Text 8">
            <a:extLst>
              <a:ext uri="{FF2B5EF4-FFF2-40B4-BE49-F238E27FC236}">
                <a16:creationId xmlns:a16="http://schemas.microsoft.com/office/drawing/2014/main" id="{E072864D-C1EE-3228-E8C8-328C9F221432}"/>
              </a:ext>
            </a:extLst>
          </p:cNvPr>
          <p:cNvSpPr txBox="1"/>
          <p:nvPr/>
        </p:nvSpPr>
        <p:spPr>
          <a:xfrm>
            <a:off x="1234440" y="2057400"/>
            <a:ext cx="6988126" cy="640080"/>
          </a:xfrm>
          <a:prstGeom prst="rect">
            <a:avLst/>
          </a:prstGeom>
          <a:noFill/>
          <a:ln/>
        </p:spPr>
        <p:txBody>
          <a:bodyPr wrap="square" lIns="0" tIns="0" rIns="0" bIns="0" rtlCol="0" anchor="t"/>
          <a:lstStyle/>
          <a:p>
            <a:r>
              <a:rPr lang="en-US" sz="1100" dirty="0"/>
              <a:t>Es una app web para </a:t>
            </a:r>
            <a:r>
              <a:rPr lang="en-US" sz="1100" dirty="0" err="1"/>
              <a:t>corregir</a:t>
            </a:r>
            <a:r>
              <a:rPr lang="en-US" sz="1100" dirty="0"/>
              <a:t> </a:t>
            </a:r>
            <a:r>
              <a:rPr lang="en-US" sz="1100" dirty="0" err="1"/>
              <a:t>automáticamente</a:t>
            </a:r>
            <a:r>
              <a:rPr lang="en-US" sz="1100" dirty="0"/>
              <a:t> </a:t>
            </a:r>
            <a:r>
              <a:rPr lang="en-US" sz="1100" dirty="0" err="1"/>
              <a:t>pruebas</a:t>
            </a:r>
            <a:r>
              <a:rPr lang="en-US" sz="1100" dirty="0"/>
              <a:t> de múltiple </a:t>
            </a:r>
            <a:r>
              <a:rPr lang="en-US" sz="1100" dirty="0" err="1"/>
              <a:t>opción</a:t>
            </a:r>
            <a:r>
              <a:rPr lang="en-US" sz="1100" dirty="0"/>
              <a:t> de la FCEA (</a:t>
            </a:r>
            <a:r>
              <a:rPr lang="en-US" sz="1100" dirty="0" err="1"/>
              <a:t>parciales</a:t>
            </a:r>
            <a:r>
              <a:rPr lang="en-US" sz="1100" dirty="0"/>
              <a:t>, </a:t>
            </a:r>
            <a:r>
              <a:rPr lang="en-US" sz="1100" dirty="0" err="1"/>
              <a:t>exámenes</a:t>
            </a:r>
            <a:r>
              <a:rPr lang="en-US" sz="1100" dirty="0"/>
              <a:t> y curso). Toma un Word por </a:t>
            </a:r>
            <a:r>
              <a:rPr lang="en-US" sz="1100" dirty="0" err="1"/>
              <a:t>versión</a:t>
            </a:r>
            <a:r>
              <a:rPr lang="en-US" sz="1100" dirty="0"/>
              <a:t> con la clave </a:t>
            </a:r>
            <a:r>
              <a:rPr lang="en-US" sz="1100" dirty="0" err="1"/>
              <a:t>marcada</a:t>
            </a:r>
            <a:r>
              <a:rPr lang="en-US" sz="1100" dirty="0"/>
              <a:t>, el Excel de </a:t>
            </a:r>
            <a:r>
              <a:rPr lang="en-US" sz="1100" dirty="0" err="1"/>
              <a:t>respuestas</a:t>
            </a:r>
            <a:r>
              <a:rPr lang="en-US" sz="1100" dirty="0"/>
              <a:t> y la </a:t>
            </a:r>
            <a:r>
              <a:rPr lang="en-US" sz="1100" dirty="0" err="1"/>
              <a:t>lista</a:t>
            </a:r>
            <a:r>
              <a:rPr lang="en-US" sz="1100" dirty="0"/>
              <a:t> de </a:t>
            </a:r>
            <a:r>
              <a:rPr lang="en-US" sz="1100" dirty="0" err="1"/>
              <a:t>inscriptos</a:t>
            </a:r>
            <a:r>
              <a:rPr lang="en-US" sz="1100" dirty="0"/>
              <a:t>. Con </a:t>
            </a:r>
            <a:r>
              <a:rPr lang="en-US" sz="1100" dirty="0" err="1"/>
              <a:t>eso</a:t>
            </a:r>
            <a:r>
              <a:rPr lang="en-US" sz="1100" dirty="0"/>
              <a:t> </a:t>
            </a:r>
            <a:r>
              <a:rPr lang="en-US" sz="1100" dirty="0" err="1"/>
              <a:t>corrige</a:t>
            </a:r>
            <a:r>
              <a:rPr lang="en-US" sz="1100" dirty="0"/>
              <a:t> a </a:t>
            </a:r>
            <a:r>
              <a:rPr lang="en-US" sz="1100" dirty="0" err="1"/>
              <a:t>cada</a:t>
            </a:r>
            <a:r>
              <a:rPr lang="en-US" sz="1100" dirty="0"/>
              <a:t> </a:t>
            </a:r>
            <a:r>
              <a:rPr lang="en-US" sz="1100" dirty="0" err="1"/>
              <a:t>estudiante</a:t>
            </a:r>
            <a:r>
              <a:rPr lang="en-US" sz="1100" dirty="0"/>
              <a:t> </a:t>
            </a:r>
            <a:r>
              <a:rPr lang="en-US" sz="1100" dirty="0" err="1"/>
              <a:t>según</a:t>
            </a:r>
            <a:r>
              <a:rPr lang="en-US" sz="1100" dirty="0"/>
              <a:t> su </a:t>
            </a:r>
            <a:r>
              <a:rPr lang="en-US" sz="1100" dirty="0" err="1"/>
              <a:t>versión</a:t>
            </a:r>
            <a:r>
              <a:rPr lang="en-US" sz="1100" dirty="0"/>
              <a:t>, </a:t>
            </a:r>
            <a:r>
              <a:rPr lang="en-US" sz="1100" dirty="0" err="1"/>
              <a:t>permite</a:t>
            </a:r>
            <a:r>
              <a:rPr lang="en-US" sz="1100" dirty="0"/>
              <a:t> </a:t>
            </a:r>
            <a:r>
              <a:rPr lang="en-US" sz="1100" dirty="0" err="1"/>
              <a:t>verificar</a:t>
            </a:r>
            <a:r>
              <a:rPr lang="en-US" sz="1100" dirty="0"/>
              <a:t> las claves </a:t>
            </a:r>
            <a:r>
              <a:rPr lang="en-US" sz="1100" dirty="0" err="1"/>
              <a:t>detectadas</a:t>
            </a:r>
            <a:r>
              <a:rPr lang="en-US" sz="1100" dirty="0"/>
              <a:t>, </a:t>
            </a:r>
            <a:r>
              <a:rPr lang="en-US" sz="1100" dirty="0" err="1"/>
              <a:t>señala</a:t>
            </a:r>
            <a:r>
              <a:rPr lang="en-US" sz="1100" dirty="0"/>
              <a:t> a </a:t>
            </a:r>
            <a:r>
              <a:rPr lang="en-US" sz="1100" dirty="0" err="1"/>
              <a:t>quienes</a:t>
            </a:r>
            <a:r>
              <a:rPr lang="en-US" sz="1100" dirty="0"/>
              <a:t> no </a:t>
            </a:r>
            <a:r>
              <a:rPr lang="en-US" sz="1100" dirty="0" err="1"/>
              <a:t>figuran</a:t>
            </a:r>
            <a:r>
              <a:rPr lang="en-US" sz="1100" dirty="0"/>
              <a:t> </a:t>
            </a:r>
            <a:r>
              <a:rPr lang="en-US" sz="1100" dirty="0" err="1"/>
              <a:t>inscriptos</a:t>
            </a:r>
            <a:r>
              <a:rPr lang="en-US" sz="1100" dirty="0"/>
              <a:t> y genera </a:t>
            </a:r>
            <a:r>
              <a:rPr lang="en-US" sz="1100" dirty="0" err="1"/>
              <a:t>estadísticas</a:t>
            </a:r>
            <a:r>
              <a:rPr lang="en-US" sz="1100" dirty="0"/>
              <a:t> de la </a:t>
            </a:r>
            <a:r>
              <a:rPr lang="en-US" sz="1100" dirty="0" err="1"/>
              <a:t>prueba</a:t>
            </a:r>
            <a:r>
              <a:rPr lang="en-US" sz="1100" dirty="0"/>
              <a:t>.</a:t>
            </a:r>
            <a:endParaRPr lang="es-UY" sz="1100" noProof="0" dirty="0"/>
          </a:p>
        </p:txBody>
      </p:sp>
      <p:sp>
        <p:nvSpPr>
          <p:cNvPr id="32" name="Text 7">
            <a:extLst>
              <a:ext uri="{FF2B5EF4-FFF2-40B4-BE49-F238E27FC236}">
                <a16:creationId xmlns:a16="http://schemas.microsoft.com/office/drawing/2014/main" id="{2453C363-0932-8162-25AE-4E43E6AA4D03}"/>
              </a:ext>
            </a:extLst>
          </p:cNvPr>
          <p:cNvSpPr txBox="1"/>
          <p:nvPr/>
        </p:nvSpPr>
        <p:spPr>
          <a:xfrm>
            <a:off x="1234439" y="3041085"/>
            <a:ext cx="6988126" cy="274320"/>
          </a:xfrm>
          <a:prstGeom prst="rect">
            <a:avLst/>
          </a:prstGeom>
          <a:noFill/>
          <a:ln/>
        </p:spPr>
        <p:txBody>
          <a:bodyPr wrap="square" lIns="0" tIns="0" rIns="0" bIns="0" rtlCol="0" anchor="ctr"/>
          <a:lstStyle/>
          <a:p>
            <a:r>
              <a:rPr lang="es-ES" sz="1600" dirty="0">
                <a:solidFill>
                  <a:srgbClr val="5A189A"/>
                </a:solidFill>
                <a:latin typeface="Courier New" pitchFamily="34" charset="0"/>
                <a:cs typeface="Courier New" pitchFamily="34" charset="-120"/>
                <a:hlinkClick r:id="rId3"/>
              </a:rPr>
              <a:t>https://fabricio-carneiro-correccion-fcea.share.connect.posit.cloud/</a:t>
            </a:r>
            <a:endParaRPr lang="es-UY" sz="1600" noProof="0" dirty="0"/>
          </a:p>
        </p:txBody>
      </p:sp>
    </p:spTree>
    <p:extLst>
      <p:ext uri="{BB962C8B-B14F-4D97-AF65-F5344CB8AC3E}">
        <p14:creationId xmlns:p14="http://schemas.microsoft.com/office/powerpoint/2010/main" val="908977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AB0F8C3-CC5F-F2B4-F57A-B0D453B2CE5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40D0576-CF0B-D304-5830-00968DA6E68F}"/>
              </a:ext>
            </a:extLst>
          </p:cNvPr>
          <p:cNvSpPr txBox="1"/>
          <p:nvPr/>
        </p:nvSpPr>
        <p:spPr>
          <a:xfrm>
            <a:off x="502920" y="320040"/>
            <a:ext cx="7040880" cy="640080"/>
          </a:xfrm>
          <a:prstGeom prst="rect">
            <a:avLst/>
          </a:prstGeom>
          <a:noFill/>
          <a:ln/>
        </p:spPr>
        <p:txBody>
          <a:bodyPr wrap="square" lIns="0" tIns="0" rIns="0" bIns="0" rtlCol="0" anchor="ctr"/>
          <a:lstStyle/>
          <a:p>
            <a:r>
              <a:rPr lang="es-UY" sz="3000" b="1" dirty="0">
                <a:solidFill>
                  <a:srgbClr val="2E0A4E"/>
                </a:solidFill>
                <a:latin typeface="Oswald" pitchFamily="34" charset="0"/>
                <a:ea typeface="Oswald" pitchFamily="34" charset="-122"/>
                <a:cs typeface="Oswald" pitchFamily="34" charset="-120"/>
              </a:rPr>
              <a:t>Shinys para inspirarse</a:t>
            </a:r>
            <a:endParaRPr lang="es-UY" sz="3000" dirty="0"/>
          </a:p>
        </p:txBody>
      </p:sp>
      <p:sp>
        <p:nvSpPr>
          <p:cNvPr id="5" name="Shape 3">
            <a:extLst>
              <a:ext uri="{FF2B5EF4-FFF2-40B4-BE49-F238E27FC236}">
                <a16:creationId xmlns:a16="http://schemas.microsoft.com/office/drawing/2014/main" id="{9F2F5559-8540-9473-88CB-C9B54DF8D2B7}"/>
              </a:ext>
            </a:extLst>
          </p:cNvPr>
          <p:cNvSpPr/>
          <p:nvPr/>
        </p:nvSpPr>
        <p:spPr>
          <a:xfrm>
            <a:off x="397412" y="1151792"/>
            <a:ext cx="8138160" cy="3246120"/>
          </a:xfrm>
          <a:prstGeom prst="roundRect">
            <a:avLst>
              <a:gd name="adj" fmla="val 3529"/>
            </a:avLst>
          </a:prstGeom>
          <a:solidFill>
            <a:srgbClr val="F4ECFB"/>
          </a:solidFill>
          <a:ln w="12700">
            <a:solidFill>
              <a:srgbClr val="F4ECFB"/>
            </a:solidFill>
            <a:prstDash val="solid"/>
          </a:ln>
        </p:spPr>
        <p:txBody>
          <a:bodyPr/>
          <a:lstStyle/>
          <a:p>
            <a:endParaRPr lang="es-UY" noProof="0" dirty="0"/>
          </a:p>
        </p:txBody>
      </p:sp>
      <p:sp>
        <p:nvSpPr>
          <p:cNvPr id="6" name="Shape 4">
            <a:extLst>
              <a:ext uri="{FF2B5EF4-FFF2-40B4-BE49-F238E27FC236}">
                <a16:creationId xmlns:a16="http://schemas.microsoft.com/office/drawing/2014/main" id="{1DAD86C9-020D-A459-A4F2-83278273AED4}"/>
              </a:ext>
            </a:extLst>
          </p:cNvPr>
          <p:cNvSpPr/>
          <p:nvPr/>
        </p:nvSpPr>
        <p:spPr>
          <a:xfrm>
            <a:off x="685800" y="1371600"/>
            <a:ext cx="411480" cy="411480"/>
          </a:xfrm>
          <a:prstGeom prst="ellipse">
            <a:avLst/>
          </a:prstGeom>
          <a:solidFill>
            <a:srgbClr val="5A189A"/>
          </a:solidFill>
          <a:ln w="12700">
            <a:solidFill>
              <a:srgbClr val="5A189A"/>
            </a:solidFill>
            <a:prstDash val="solid"/>
          </a:ln>
        </p:spPr>
        <p:txBody>
          <a:bodyPr/>
          <a:lstStyle/>
          <a:p>
            <a:endParaRPr lang="es-UY" noProof="0" dirty="0"/>
          </a:p>
        </p:txBody>
      </p:sp>
      <p:sp>
        <p:nvSpPr>
          <p:cNvPr id="7" name="Text 5">
            <a:extLst>
              <a:ext uri="{FF2B5EF4-FFF2-40B4-BE49-F238E27FC236}">
                <a16:creationId xmlns:a16="http://schemas.microsoft.com/office/drawing/2014/main" id="{BE7799E2-891C-E080-AF62-6365687F53CD}"/>
              </a:ext>
            </a:extLst>
          </p:cNvPr>
          <p:cNvSpPr txBox="1"/>
          <p:nvPr/>
        </p:nvSpPr>
        <p:spPr>
          <a:xfrm>
            <a:off x="685800" y="1371600"/>
            <a:ext cx="411480" cy="411480"/>
          </a:xfrm>
          <a:prstGeom prst="rect">
            <a:avLst/>
          </a:prstGeom>
          <a:noFill/>
          <a:ln/>
        </p:spPr>
        <p:txBody>
          <a:bodyPr wrap="square" lIns="0" tIns="0" rIns="0" bIns="0" rtlCol="0" anchor="ctr"/>
          <a:lstStyle/>
          <a:p>
            <a:pPr marL="0" indent="0" algn="ctr">
              <a:buNone/>
            </a:pPr>
            <a:r>
              <a:rPr lang="es-UY" sz="1400" b="1" noProof="0" dirty="0">
                <a:solidFill>
                  <a:srgbClr val="FFFFFF"/>
                </a:solidFill>
                <a:latin typeface="Oswald" pitchFamily="34" charset="0"/>
                <a:ea typeface="Oswald" pitchFamily="34" charset="-122"/>
                <a:cs typeface="Oswald" pitchFamily="34" charset="-120"/>
              </a:rPr>
              <a:t>4</a:t>
            </a:r>
            <a:endParaRPr lang="es-UY" sz="1400" noProof="0" dirty="0"/>
          </a:p>
        </p:txBody>
      </p:sp>
      <p:sp>
        <p:nvSpPr>
          <p:cNvPr id="8" name="Text 6">
            <a:extLst>
              <a:ext uri="{FF2B5EF4-FFF2-40B4-BE49-F238E27FC236}">
                <a16:creationId xmlns:a16="http://schemas.microsoft.com/office/drawing/2014/main" id="{A09DC744-6EDD-3786-3D96-786DF242C174}"/>
              </a:ext>
            </a:extLst>
          </p:cNvPr>
          <p:cNvSpPr txBox="1"/>
          <p:nvPr/>
        </p:nvSpPr>
        <p:spPr>
          <a:xfrm>
            <a:off x="1234439" y="1353312"/>
            <a:ext cx="5961186" cy="457200"/>
          </a:xfrm>
          <a:prstGeom prst="rect">
            <a:avLst/>
          </a:prstGeom>
          <a:noFill/>
          <a:ln/>
        </p:spPr>
        <p:txBody>
          <a:bodyPr wrap="square" lIns="0" tIns="0" rIns="0" bIns="0" rtlCol="0" anchor="ctr"/>
          <a:lstStyle/>
          <a:p>
            <a:pPr marL="0" indent="0">
              <a:buNone/>
            </a:pPr>
            <a:r>
              <a:rPr lang="es-ES" sz="2000" b="1" noProof="0" dirty="0">
                <a:solidFill>
                  <a:srgbClr val="2E0A4E"/>
                </a:solidFill>
                <a:latin typeface="Oswald" pitchFamily="34" charset="0"/>
                <a:ea typeface="Oswald" pitchFamily="34" charset="-122"/>
                <a:cs typeface="Oswald" pitchFamily="34" charset="-120"/>
              </a:rPr>
              <a:t>La shiny de nuestro curso:</a:t>
            </a:r>
            <a:endParaRPr lang="es-UY" sz="2000" noProof="0" dirty="0"/>
          </a:p>
        </p:txBody>
      </p:sp>
      <p:sp>
        <p:nvSpPr>
          <p:cNvPr id="32" name="Text 7">
            <a:extLst>
              <a:ext uri="{FF2B5EF4-FFF2-40B4-BE49-F238E27FC236}">
                <a16:creationId xmlns:a16="http://schemas.microsoft.com/office/drawing/2014/main" id="{B7E58599-E4CA-0220-24EA-DE96732ADEA4}"/>
              </a:ext>
            </a:extLst>
          </p:cNvPr>
          <p:cNvSpPr txBox="1"/>
          <p:nvPr/>
        </p:nvSpPr>
        <p:spPr>
          <a:xfrm>
            <a:off x="1234439" y="2829892"/>
            <a:ext cx="7100669" cy="274320"/>
          </a:xfrm>
          <a:prstGeom prst="rect">
            <a:avLst/>
          </a:prstGeom>
          <a:noFill/>
          <a:ln/>
        </p:spPr>
        <p:txBody>
          <a:bodyPr wrap="square" lIns="0" tIns="0" rIns="0" bIns="0" rtlCol="0" anchor="ctr"/>
          <a:lstStyle/>
          <a:p>
            <a:r>
              <a:rPr lang="es-ES" sz="1600" b="1" dirty="0">
                <a:solidFill>
                  <a:srgbClr val="5A189A"/>
                </a:solidFill>
                <a:latin typeface="Courier New" pitchFamily="34" charset="0"/>
                <a:cs typeface="Courier New" pitchFamily="34" charset="-120"/>
                <a:hlinkClick r:id="rId3"/>
              </a:rPr>
              <a:t>https://nahuelroel-cursoshiny.share.connect.posit.cloud/</a:t>
            </a:r>
            <a:endParaRPr lang="es-UY" sz="1600" b="1" noProof="0" dirty="0"/>
          </a:p>
        </p:txBody>
      </p:sp>
      <p:pic>
        <p:nvPicPr>
          <p:cNvPr id="9" name="Picture 8">
            <a:extLst>
              <a:ext uri="{FF2B5EF4-FFF2-40B4-BE49-F238E27FC236}">
                <a16:creationId xmlns:a16="http://schemas.microsoft.com/office/drawing/2014/main" id="{E38B869B-A34C-7776-39FB-D2F254A1FBFD}"/>
              </a:ext>
            </a:extLst>
          </p:cNvPr>
          <p:cNvPicPr>
            <a:picLocks noChangeAspect="1"/>
          </p:cNvPicPr>
          <p:nvPr/>
        </p:nvPicPr>
        <p:blipFill>
          <a:blip r:embed="rId4"/>
          <a:stretch>
            <a:fillRect/>
          </a:stretch>
        </p:blipFill>
        <p:spPr>
          <a:xfrm>
            <a:off x="1234439" y="1812471"/>
            <a:ext cx="2860767" cy="551407"/>
          </a:xfrm>
          <a:prstGeom prst="rect">
            <a:avLst/>
          </a:prstGeom>
        </p:spPr>
      </p:pic>
      <p:sp>
        <p:nvSpPr>
          <p:cNvPr id="4" name="Text 7">
            <a:extLst>
              <a:ext uri="{FF2B5EF4-FFF2-40B4-BE49-F238E27FC236}">
                <a16:creationId xmlns:a16="http://schemas.microsoft.com/office/drawing/2014/main" id="{B2048075-558E-8BAE-6651-8A8B857B1C7D}"/>
              </a:ext>
            </a:extLst>
          </p:cNvPr>
          <p:cNvSpPr txBox="1"/>
          <p:nvPr/>
        </p:nvSpPr>
        <p:spPr>
          <a:xfrm>
            <a:off x="1234438" y="3193132"/>
            <a:ext cx="7100669" cy="274320"/>
          </a:xfrm>
          <a:prstGeom prst="rect">
            <a:avLst/>
          </a:prstGeom>
          <a:noFill/>
          <a:ln/>
        </p:spPr>
        <p:txBody>
          <a:bodyPr wrap="square" lIns="0" tIns="0" rIns="0" bIns="0" rtlCol="0" anchor="ctr"/>
          <a:lstStyle/>
          <a:p>
            <a:r>
              <a:rPr lang="es-ES" sz="1600" b="1" dirty="0">
                <a:solidFill>
                  <a:srgbClr val="5A189A"/>
                </a:solidFill>
                <a:latin typeface="Courier New" pitchFamily="34" charset="0"/>
                <a:cs typeface="Courier New" pitchFamily="34" charset="-120"/>
                <a:hlinkClick r:id="rId5"/>
              </a:rPr>
              <a:t>https://nahuelroel.shinyapps.io/CursoShiny/</a:t>
            </a:r>
            <a:endParaRPr lang="es-UY" sz="1600" b="1" noProof="0" dirty="0"/>
          </a:p>
        </p:txBody>
      </p:sp>
    </p:spTree>
    <p:extLst>
      <p:ext uri="{BB962C8B-B14F-4D97-AF65-F5344CB8AC3E}">
        <p14:creationId xmlns:p14="http://schemas.microsoft.com/office/powerpoint/2010/main" val="894793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5FBCF84-BF0C-00DD-1115-ECF03D12DDA6}"/>
              </a:ext>
            </a:extLst>
          </p:cNvPr>
          <p:cNvSpPr txBox="1"/>
          <p:nvPr/>
        </p:nvSpPr>
        <p:spPr>
          <a:xfrm>
            <a:off x="502920" y="320040"/>
            <a:ext cx="7040880" cy="640080"/>
          </a:xfrm>
          <a:prstGeom prst="rect">
            <a:avLst/>
          </a:prstGeom>
          <a:noFill/>
          <a:ln/>
        </p:spPr>
        <p:txBody>
          <a:bodyPr wrap="square" lIns="0" tIns="0" rIns="0" bIns="0" rtlCol="0" anchor="ctr"/>
          <a:lstStyle/>
          <a:p>
            <a:pPr marL="0" indent="0">
              <a:buNone/>
            </a:pPr>
            <a:r>
              <a:rPr lang="en-US" sz="3000" b="1" dirty="0">
                <a:solidFill>
                  <a:srgbClr val="2E0A4E"/>
                </a:solidFill>
                <a:latin typeface="Oswald" pitchFamily="34" charset="0"/>
                <a:ea typeface="Oswald" pitchFamily="34" charset="-122"/>
                <a:cs typeface="Oswald" pitchFamily="34" charset="-120"/>
              </a:rPr>
              <a:t>Paso a paso (1)</a:t>
            </a:r>
            <a:endParaRPr lang="en-US" sz="3000" dirty="0"/>
          </a:p>
        </p:txBody>
      </p:sp>
      <p:sp>
        <p:nvSpPr>
          <p:cNvPr id="11" name="Shape 9">
            <a:extLst>
              <a:ext uri="{FF2B5EF4-FFF2-40B4-BE49-F238E27FC236}">
                <a16:creationId xmlns:a16="http://schemas.microsoft.com/office/drawing/2014/main" id="{1E4D2BBF-BB0F-7CF4-3842-6325D6A2CD35}"/>
              </a:ext>
            </a:extLst>
          </p:cNvPr>
          <p:cNvSpPr/>
          <p:nvPr/>
        </p:nvSpPr>
        <p:spPr>
          <a:xfrm>
            <a:off x="439616" y="1188720"/>
            <a:ext cx="2560320" cy="1463040"/>
          </a:xfrm>
          <a:prstGeom prst="roundRect">
            <a:avLst>
              <a:gd name="adj" fmla="val 2143"/>
            </a:avLst>
          </a:prstGeom>
          <a:solidFill>
            <a:srgbClr val="5A189A"/>
          </a:solidFill>
          <a:ln w="12700">
            <a:solidFill>
              <a:srgbClr val="5A189A"/>
            </a:solidFill>
            <a:prstDash val="solid"/>
          </a:ln>
        </p:spPr>
        <p:txBody>
          <a:bodyPr/>
          <a:lstStyle/>
          <a:p>
            <a:endParaRPr lang="en-US"/>
          </a:p>
        </p:txBody>
      </p:sp>
      <p:sp>
        <p:nvSpPr>
          <p:cNvPr id="12" name="Text 10">
            <a:extLst>
              <a:ext uri="{FF2B5EF4-FFF2-40B4-BE49-F238E27FC236}">
                <a16:creationId xmlns:a16="http://schemas.microsoft.com/office/drawing/2014/main" id="{57EA7703-08D4-E6C4-4FDB-5B08F7881055}"/>
              </a:ext>
            </a:extLst>
          </p:cNvPr>
          <p:cNvSpPr txBox="1"/>
          <p:nvPr/>
        </p:nvSpPr>
        <p:spPr>
          <a:xfrm>
            <a:off x="668216" y="1256068"/>
            <a:ext cx="2103120" cy="502920"/>
          </a:xfrm>
          <a:prstGeom prst="rect">
            <a:avLst/>
          </a:prstGeom>
          <a:noFill/>
          <a:ln/>
        </p:spPr>
        <p:txBody>
          <a:bodyPr wrap="square" lIns="0" tIns="0" rIns="0" bIns="0" rtlCol="0" anchor="ctr"/>
          <a:lstStyle/>
          <a:p>
            <a:pPr marL="0" indent="0">
              <a:buNone/>
            </a:pPr>
            <a:r>
              <a:rPr lang="en-US" sz="1600" b="1" dirty="0">
                <a:solidFill>
                  <a:srgbClr val="FFFFFF"/>
                </a:solidFill>
                <a:latin typeface="Oswald" pitchFamily="34" charset="0"/>
                <a:ea typeface="Oswald" pitchFamily="34" charset="-122"/>
                <a:cs typeface="Oswald" pitchFamily="34" charset="-120"/>
              </a:rPr>
              <a:t>OBJETIVO 3</a:t>
            </a:r>
            <a:endParaRPr lang="en-US" sz="1600" dirty="0"/>
          </a:p>
        </p:txBody>
      </p:sp>
      <p:sp>
        <p:nvSpPr>
          <p:cNvPr id="13" name="Text 11">
            <a:extLst>
              <a:ext uri="{FF2B5EF4-FFF2-40B4-BE49-F238E27FC236}">
                <a16:creationId xmlns:a16="http://schemas.microsoft.com/office/drawing/2014/main" id="{83082800-1689-F508-4C9C-8E0187A18BDD}"/>
              </a:ext>
            </a:extLst>
          </p:cNvPr>
          <p:cNvSpPr txBox="1"/>
          <p:nvPr/>
        </p:nvSpPr>
        <p:spPr>
          <a:xfrm>
            <a:off x="668216" y="1734572"/>
            <a:ext cx="2103120" cy="716926"/>
          </a:xfrm>
          <a:prstGeom prst="rect">
            <a:avLst/>
          </a:prstGeom>
          <a:noFill/>
          <a:ln/>
        </p:spPr>
        <p:txBody>
          <a:bodyPr wrap="square" lIns="0" tIns="0" rIns="0" bIns="0" rtlCol="0" anchor="t"/>
          <a:lstStyle/>
          <a:p>
            <a:r>
              <a:rPr lang="es-ES" sz="1400" dirty="0">
                <a:solidFill>
                  <a:schemeClr val="bg1"/>
                </a:solidFill>
                <a:latin typeface="Calibri" pitchFamily="34" charset="0"/>
                <a:ea typeface="Calibri" pitchFamily="34" charset="-122"/>
                <a:cs typeface="Calibri" pitchFamily="34" charset="-120"/>
              </a:rPr>
              <a:t>Dejar todo instalado</a:t>
            </a:r>
            <a:endParaRPr lang="en-US" sz="1300" dirty="0"/>
          </a:p>
        </p:txBody>
      </p:sp>
      <p:sp>
        <p:nvSpPr>
          <p:cNvPr id="15" name="Shape 9">
            <a:extLst>
              <a:ext uri="{FF2B5EF4-FFF2-40B4-BE49-F238E27FC236}">
                <a16:creationId xmlns:a16="http://schemas.microsoft.com/office/drawing/2014/main" id="{E750D06A-626A-4348-CA99-CE04C627A232}"/>
              </a:ext>
            </a:extLst>
          </p:cNvPr>
          <p:cNvSpPr/>
          <p:nvPr/>
        </p:nvSpPr>
        <p:spPr>
          <a:xfrm>
            <a:off x="439615" y="2719107"/>
            <a:ext cx="3773659" cy="2281957"/>
          </a:xfrm>
          <a:prstGeom prst="roundRect">
            <a:avLst>
              <a:gd name="adj" fmla="val 2143"/>
            </a:avLst>
          </a:prstGeom>
          <a:solidFill>
            <a:schemeClr val="accent1">
              <a:lumMod val="75000"/>
            </a:schemeClr>
          </a:solidFill>
          <a:ln w="12700">
            <a:solidFill>
              <a:schemeClr val="accent1">
                <a:lumMod val="75000"/>
              </a:schemeClr>
            </a:solidFill>
            <a:prstDash val="solid"/>
          </a:ln>
        </p:spPr>
        <p:txBody>
          <a:bodyPr/>
          <a:lstStyle/>
          <a:p>
            <a:endParaRPr lang="en-US"/>
          </a:p>
        </p:txBody>
      </p:sp>
      <p:sp>
        <p:nvSpPr>
          <p:cNvPr id="17" name="Text 11">
            <a:extLst>
              <a:ext uri="{FF2B5EF4-FFF2-40B4-BE49-F238E27FC236}">
                <a16:creationId xmlns:a16="http://schemas.microsoft.com/office/drawing/2014/main" id="{F3440954-5CFF-06C7-8641-E2E38BA6F847}"/>
              </a:ext>
            </a:extLst>
          </p:cNvPr>
          <p:cNvSpPr txBox="1"/>
          <p:nvPr/>
        </p:nvSpPr>
        <p:spPr>
          <a:xfrm>
            <a:off x="668216" y="2899117"/>
            <a:ext cx="3369212" cy="716926"/>
          </a:xfrm>
          <a:prstGeom prst="rect">
            <a:avLst/>
          </a:prstGeom>
          <a:noFill/>
          <a:ln/>
        </p:spPr>
        <p:txBody>
          <a:bodyPr wrap="square" lIns="0" tIns="0" rIns="0" bIns="0" rtlCol="0" anchor="t"/>
          <a:lstStyle/>
          <a:p>
            <a:r>
              <a:rPr lang="es-ES" sz="1400" b="1" dirty="0">
                <a:solidFill>
                  <a:schemeClr val="bg1"/>
                </a:solidFill>
                <a:latin typeface="Calibri" pitchFamily="34" charset="0"/>
                <a:ea typeface="Calibri" pitchFamily="34" charset="-122"/>
                <a:cs typeface="Calibri" pitchFamily="34" charset="-120"/>
              </a:rPr>
              <a:t>Primero R, después RStudio. Los paquetes se instalan una sola vez con </a:t>
            </a:r>
            <a:r>
              <a:rPr lang="es-ES" sz="1400" b="1" i="1" dirty="0">
                <a:solidFill>
                  <a:schemeClr val="bg1"/>
                </a:solidFill>
                <a:latin typeface="Calibri" pitchFamily="34" charset="0"/>
                <a:ea typeface="Calibri" pitchFamily="34" charset="-122"/>
                <a:cs typeface="Calibri" pitchFamily="34" charset="-120"/>
              </a:rPr>
              <a:t>install.packages()</a:t>
            </a:r>
            <a:r>
              <a:rPr lang="es-ES" sz="1400" b="1" dirty="0">
                <a:solidFill>
                  <a:schemeClr val="bg1"/>
                </a:solidFill>
                <a:latin typeface="Calibri" pitchFamily="34" charset="0"/>
                <a:ea typeface="Calibri" pitchFamily="34" charset="-122"/>
                <a:cs typeface="Calibri" pitchFamily="34" charset="-120"/>
              </a:rPr>
              <a:t>.</a:t>
            </a:r>
          </a:p>
          <a:p>
            <a:endParaRPr lang="es-ES" sz="1400" b="1" dirty="0">
              <a:solidFill>
                <a:schemeClr val="bg1"/>
              </a:solidFill>
              <a:latin typeface="Calibri" pitchFamily="34" charset="0"/>
              <a:ea typeface="Calibri" pitchFamily="34" charset="-122"/>
              <a:cs typeface="Calibri" pitchFamily="34" charset="-120"/>
            </a:endParaRPr>
          </a:p>
          <a:p>
            <a:r>
              <a:rPr lang="es-ES" sz="1400" b="1" dirty="0">
                <a:solidFill>
                  <a:schemeClr val="bg1"/>
                </a:solidFill>
                <a:latin typeface="Calibri" pitchFamily="34" charset="0"/>
                <a:ea typeface="Calibri" pitchFamily="34" charset="-122"/>
                <a:cs typeface="Calibri" pitchFamily="34" charset="-120"/>
              </a:rPr>
              <a:t>Abrir el curso siempre desde el archivo </a:t>
            </a:r>
            <a:r>
              <a:rPr lang="es-ES" sz="1400" b="1" i="1" dirty="0">
                <a:solidFill>
                  <a:schemeClr val="bg1"/>
                </a:solidFill>
                <a:latin typeface="Calibri" pitchFamily="34" charset="0"/>
                <a:ea typeface="Calibri" pitchFamily="34" charset="-122"/>
                <a:cs typeface="Calibri" pitchFamily="34" charset="-120"/>
              </a:rPr>
              <a:t>.Rproj</a:t>
            </a:r>
            <a:r>
              <a:rPr lang="es-ES" sz="1400" b="1" dirty="0">
                <a:solidFill>
                  <a:schemeClr val="bg1"/>
                </a:solidFill>
                <a:latin typeface="Calibri" pitchFamily="34" charset="0"/>
                <a:ea typeface="Calibri" pitchFamily="34" charset="-122"/>
                <a:cs typeface="Calibri" pitchFamily="34" charset="-120"/>
              </a:rPr>
              <a:t>. Así R sabe dónde están los datos.</a:t>
            </a:r>
          </a:p>
        </p:txBody>
      </p:sp>
      <p:pic>
        <p:nvPicPr>
          <p:cNvPr id="22" name="Picture 21" descr="p1.png"/>
          <p:cNvPicPr>
            <a:picLocks noChangeAspect="1"/>
          </p:cNvPicPr>
          <p:nvPr/>
        </p:nvPicPr>
        <p:blipFill>
          <a:blip r:embed="rId2"/>
          <a:stretch>
            <a:fillRect/>
          </a:stretch>
        </p:blipFill>
        <p:spPr>
          <a:xfrm>
            <a:off x="4434840" y="1668901"/>
            <a:ext cx="4480560" cy="2102876"/>
          </a:xfrm>
          <a:prstGeom prst="rect">
            <a:avLst/>
          </a:prstGeom>
          <a:ln w="76200">
            <a:solidFill>
              <a:schemeClr val="accent1">
                <a:lumMod val="75000"/>
              </a:schemeClr>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5FBCF84-BF0C-00DD-1115-ECF03D12DDA6}"/>
              </a:ext>
            </a:extLst>
          </p:cNvPr>
          <p:cNvSpPr txBox="1"/>
          <p:nvPr/>
        </p:nvSpPr>
        <p:spPr>
          <a:xfrm>
            <a:off x="502920" y="320040"/>
            <a:ext cx="7040880" cy="640080"/>
          </a:xfrm>
          <a:prstGeom prst="rect">
            <a:avLst/>
          </a:prstGeom>
          <a:noFill/>
          <a:ln/>
        </p:spPr>
        <p:txBody>
          <a:bodyPr wrap="square" lIns="0" tIns="0" rIns="0" bIns="0" rtlCol="0" anchor="ctr"/>
          <a:lstStyle/>
          <a:p>
            <a:pPr marL="0" indent="0">
              <a:buNone/>
            </a:pPr>
            <a:r>
              <a:rPr lang="en-US" sz="3000" b="1" dirty="0">
                <a:solidFill>
                  <a:srgbClr val="2E0A4E"/>
                </a:solidFill>
                <a:latin typeface="Oswald" pitchFamily="34" charset="0"/>
                <a:ea typeface="Oswald" pitchFamily="34" charset="-122"/>
                <a:cs typeface="Oswald" pitchFamily="34" charset="-120"/>
              </a:rPr>
              <a:t>Paso a paso (2)</a:t>
            </a:r>
            <a:endParaRPr lang="en-US" sz="3000" dirty="0"/>
          </a:p>
        </p:txBody>
      </p:sp>
      <p:sp>
        <p:nvSpPr>
          <p:cNvPr id="11" name="Shape 9">
            <a:extLst>
              <a:ext uri="{FF2B5EF4-FFF2-40B4-BE49-F238E27FC236}">
                <a16:creationId xmlns:a16="http://schemas.microsoft.com/office/drawing/2014/main" id="{1E4D2BBF-BB0F-7CF4-3842-6325D6A2CD35}"/>
              </a:ext>
            </a:extLst>
          </p:cNvPr>
          <p:cNvSpPr/>
          <p:nvPr/>
        </p:nvSpPr>
        <p:spPr>
          <a:xfrm>
            <a:off x="439616" y="1188720"/>
            <a:ext cx="2560320" cy="1463040"/>
          </a:xfrm>
          <a:prstGeom prst="roundRect">
            <a:avLst>
              <a:gd name="adj" fmla="val 2143"/>
            </a:avLst>
          </a:prstGeom>
          <a:solidFill>
            <a:srgbClr val="5A189A"/>
          </a:solidFill>
          <a:ln w="12700">
            <a:solidFill>
              <a:srgbClr val="5A189A"/>
            </a:solidFill>
            <a:prstDash val="solid"/>
          </a:ln>
        </p:spPr>
        <p:txBody>
          <a:bodyPr/>
          <a:lstStyle/>
          <a:p>
            <a:endParaRPr lang="en-US"/>
          </a:p>
        </p:txBody>
      </p:sp>
      <p:sp>
        <p:nvSpPr>
          <p:cNvPr id="12" name="Text 10">
            <a:extLst>
              <a:ext uri="{FF2B5EF4-FFF2-40B4-BE49-F238E27FC236}">
                <a16:creationId xmlns:a16="http://schemas.microsoft.com/office/drawing/2014/main" id="{57EA7703-08D4-E6C4-4FDB-5B08F7881055}"/>
              </a:ext>
            </a:extLst>
          </p:cNvPr>
          <p:cNvSpPr txBox="1"/>
          <p:nvPr/>
        </p:nvSpPr>
        <p:spPr>
          <a:xfrm>
            <a:off x="668216" y="1256068"/>
            <a:ext cx="2103120" cy="502920"/>
          </a:xfrm>
          <a:prstGeom prst="rect">
            <a:avLst/>
          </a:prstGeom>
          <a:noFill/>
          <a:ln/>
        </p:spPr>
        <p:txBody>
          <a:bodyPr wrap="square" lIns="0" tIns="0" rIns="0" bIns="0" rtlCol="0" anchor="ctr"/>
          <a:lstStyle/>
          <a:p>
            <a:pPr marL="0" indent="0">
              <a:buNone/>
            </a:pPr>
            <a:r>
              <a:rPr lang="en-US" sz="1600" b="1" dirty="0">
                <a:solidFill>
                  <a:srgbClr val="FFFFFF"/>
                </a:solidFill>
                <a:latin typeface="Oswald" pitchFamily="34" charset="0"/>
                <a:ea typeface="Oswald" pitchFamily="34" charset="-122"/>
                <a:cs typeface="Oswald" pitchFamily="34" charset="-120"/>
              </a:rPr>
              <a:t>OBJETIVO 3</a:t>
            </a:r>
            <a:endParaRPr lang="en-US" sz="1600" dirty="0"/>
          </a:p>
        </p:txBody>
      </p:sp>
      <p:sp>
        <p:nvSpPr>
          <p:cNvPr id="13" name="Text 11">
            <a:extLst>
              <a:ext uri="{FF2B5EF4-FFF2-40B4-BE49-F238E27FC236}">
                <a16:creationId xmlns:a16="http://schemas.microsoft.com/office/drawing/2014/main" id="{83082800-1689-F508-4C9C-8E0187A18BDD}"/>
              </a:ext>
            </a:extLst>
          </p:cNvPr>
          <p:cNvSpPr txBox="1"/>
          <p:nvPr/>
        </p:nvSpPr>
        <p:spPr>
          <a:xfrm>
            <a:off x="668216" y="1734572"/>
            <a:ext cx="2103120" cy="716926"/>
          </a:xfrm>
          <a:prstGeom prst="rect">
            <a:avLst/>
          </a:prstGeom>
          <a:noFill/>
          <a:ln/>
        </p:spPr>
        <p:txBody>
          <a:bodyPr wrap="square" lIns="0" tIns="0" rIns="0" bIns="0" rtlCol="0" anchor="t"/>
          <a:lstStyle/>
          <a:p>
            <a:r>
              <a:rPr lang="es-ES" sz="1400" dirty="0">
                <a:solidFill>
                  <a:schemeClr val="bg1"/>
                </a:solidFill>
                <a:latin typeface="Calibri" pitchFamily="34" charset="0"/>
                <a:ea typeface="Calibri" pitchFamily="34" charset="-122"/>
                <a:cs typeface="Calibri" pitchFamily="34" charset="-120"/>
              </a:rPr>
              <a:t>Trabajar en un proyecto</a:t>
            </a:r>
            <a:endParaRPr lang="en-US" sz="1300" dirty="0"/>
          </a:p>
        </p:txBody>
      </p:sp>
      <p:sp>
        <p:nvSpPr>
          <p:cNvPr id="15" name="Shape 9">
            <a:extLst>
              <a:ext uri="{FF2B5EF4-FFF2-40B4-BE49-F238E27FC236}">
                <a16:creationId xmlns:a16="http://schemas.microsoft.com/office/drawing/2014/main" id="{E750D06A-626A-4348-CA99-CE04C627A232}"/>
              </a:ext>
            </a:extLst>
          </p:cNvPr>
          <p:cNvSpPr/>
          <p:nvPr/>
        </p:nvSpPr>
        <p:spPr>
          <a:xfrm>
            <a:off x="439615" y="2719107"/>
            <a:ext cx="3773659" cy="2281957"/>
          </a:xfrm>
          <a:prstGeom prst="roundRect">
            <a:avLst>
              <a:gd name="adj" fmla="val 2143"/>
            </a:avLst>
          </a:prstGeom>
          <a:solidFill>
            <a:schemeClr val="accent1">
              <a:lumMod val="75000"/>
            </a:schemeClr>
          </a:solidFill>
          <a:ln w="12700">
            <a:solidFill>
              <a:schemeClr val="accent1">
                <a:lumMod val="75000"/>
              </a:schemeClr>
            </a:solidFill>
            <a:prstDash val="solid"/>
          </a:ln>
        </p:spPr>
        <p:txBody>
          <a:bodyPr/>
          <a:lstStyle/>
          <a:p>
            <a:endParaRPr lang="en-US"/>
          </a:p>
        </p:txBody>
      </p:sp>
      <p:sp>
        <p:nvSpPr>
          <p:cNvPr id="17" name="Text 11">
            <a:extLst>
              <a:ext uri="{FF2B5EF4-FFF2-40B4-BE49-F238E27FC236}">
                <a16:creationId xmlns:a16="http://schemas.microsoft.com/office/drawing/2014/main" id="{F3440954-5CFF-06C7-8641-E2E38BA6F847}"/>
              </a:ext>
            </a:extLst>
          </p:cNvPr>
          <p:cNvSpPr txBox="1"/>
          <p:nvPr/>
        </p:nvSpPr>
        <p:spPr>
          <a:xfrm>
            <a:off x="668216" y="2899117"/>
            <a:ext cx="3369212" cy="716926"/>
          </a:xfrm>
          <a:prstGeom prst="rect">
            <a:avLst/>
          </a:prstGeom>
          <a:noFill/>
          <a:ln/>
        </p:spPr>
        <p:txBody>
          <a:bodyPr wrap="square" lIns="0" tIns="0" rIns="0" bIns="0" rtlCol="0" anchor="t"/>
          <a:lstStyle/>
          <a:p>
            <a:r>
              <a:rPr lang="es-ES" sz="1400" b="1" dirty="0">
                <a:solidFill>
                  <a:schemeClr val="bg1"/>
                </a:solidFill>
                <a:latin typeface="Calibri" pitchFamily="34" charset="0"/>
                <a:ea typeface="Calibri" pitchFamily="34" charset="-122"/>
                <a:cs typeface="Calibri" pitchFamily="34" charset="-120"/>
              </a:rPr>
              <a:t>Un proyecto es una carpeta con un archivo </a:t>
            </a:r>
            <a:r>
              <a:rPr lang="es-ES" sz="1400" b="1" i="1" dirty="0">
                <a:solidFill>
                  <a:schemeClr val="bg1"/>
                </a:solidFill>
                <a:latin typeface="Calibri" pitchFamily="34" charset="0"/>
                <a:ea typeface="Calibri" pitchFamily="34" charset="-122"/>
                <a:cs typeface="Calibri" pitchFamily="34" charset="-120"/>
              </a:rPr>
              <a:t>.Rproj</a:t>
            </a:r>
            <a:r>
              <a:rPr lang="es-ES" sz="1400" b="1" dirty="0">
                <a:solidFill>
                  <a:schemeClr val="bg1"/>
                </a:solidFill>
                <a:latin typeface="Calibri" pitchFamily="34" charset="0"/>
                <a:ea typeface="Calibri" pitchFamily="34" charset="-122"/>
                <a:cs typeface="Calibri" pitchFamily="34" charset="-120"/>
              </a:rPr>
              <a:t>. Mientras está abierto, R trabaja desde esa carpeta y rutas como </a:t>
            </a:r>
            <a:r>
              <a:rPr lang="es-ES" sz="1400" b="1" i="1" dirty="0">
                <a:solidFill>
                  <a:schemeClr val="bg1"/>
                </a:solidFill>
                <a:latin typeface="Calibri" pitchFamily="34" charset="0"/>
                <a:ea typeface="Calibri" pitchFamily="34" charset="-122"/>
                <a:cs typeface="Calibri" pitchFamily="34" charset="-120"/>
              </a:rPr>
              <a:t>datos/</a:t>
            </a:r>
            <a:r>
              <a:rPr lang="es-ES" sz="1400" b="1" dirty="0">
                <a:solidFill>
                  <a:schemeClr val="bg1"/>
                </a:solidFill>
                <a:latin typeface="Calibri" pitchFamily="34" charset="0"/>
                <a:ea typeface="Calibri" pitchFamily="34" charset="-122"/>
                <a:cs typeface="Calibri" pitchFamily="34" charset="-120"/>
              </a:rPr>
              <a:t> funcionan solas.</a:t>
            </a:r>
          </a:p>
          <a:p>
            <a:endParaRPr lang="es-ES" sz="1400" b="1" dirty="0">
              <a:solidFill>
                <a:schemeClr val="bg1"/>
              </a:solidFill>
              <a:latin typeface="Calibri" pitchFamily="34" charset="0"/>
              <a:ea typeface="Calibri" pitchFamily="34" charset="-122"/>
              <a:cs typeface="Calibri" pitchFamily="34" charset="-120"/>
            </a:endParaRPr>
          </a:p>
          <a:p>
            <a:r>
              <a:rPr lang="es-ES" sz="1400" b="1" dirty="0">
                <a:solidFill>
                  <a:schemeClr val="bg1"/>
                </a:solidFill>
                <a:latin typeface="Calibri" pitchFamily="34" charset="0"/>
                <a:ea typeface="Calibri" pitchFamily="34" charset="-122"/>
                <a:cs typeface="Calibri" pitchFamily="34" charset="-120"/>
              </a:rPr>
              <a:t>Su nombre aparece arriba a la derecha de RStudio. Si no está, </a:t>
            </a:r>
            <a:r>
              <a:rPr lang="es-ES" sz="1400" b="1" i="1" dirty="0">
                <a:solidFill>
                  <a:schemeClr val="bg1"/>
                </a:solidFill>
                <a:latin typeface="Calibri" pitchFamily="34" charset="0"/>
                <a:ea typeface="Calibri" pitchFamily="34" charset="-122"/>
                <a:cs typeface="Calibri" pitchFamily="34" charset="-120"/>
              </a:rPr>
              <a:t>File, Open Project</a:t>
            </a:r>
            <a:r>
              <a:rPr lang="es-ES" sz="1400" b="1" dirty="0">
                <a:solidFill>
                  <a:schemeClr val="bg1"/>
                </a:solidFill>
                <a:latin typeface="Calibri" pitchFamily="34" charset="0"/>
                <a:ea typeface="Calibri" pitchFamily="34" charset="-122"/>
                <a:cs typeface="Calibri" pitchFamily="34" charset="-120"/>
              </a:rPr>
              <a:t> y elegir </a:t>
            </a:r>
            <a:r>
              <a:rPr lang="es-ES" sz="1400" b="1" i="1" dirty="0">
                <a:solidFill>
                  <a:schemeClr val="bg1"/>
                </a:solidFill>
                <a:latin typeface="Calibri" pitchFamily="34" charset="0"/>
                <a:ea typeface="Calibri" pitchFamily="34" charset="-122"/>
                <a:cs typeface="Calibri" pitchFamily="34" charset="-120"/>
              </a:rPr>
              <a:t>visualizacion_datos_shiny.Rproj</a:t>
            </a:r>
            <a:r>
              <a:rPr lang="es-ES" sz="1400" b="1" dirty="0">
                <a:solidFill>
                  <a:schemeClr val="bg1"/>
                </a:solidFill>
                <a:latin typeface="Calibri" pitchFamily="34" charset="0"/>
                <a:ea typeface="Calibri" pitchFamily="34" charset="-122"/>
                <a:cs typeface="Calibri" pitchFamily="34" charset="-120"/>
              </a:rPr>
              <a:t>.</a:t>
            </a:r>
          </a:p>
        </p:txBody>
      </p:sp>
      <p:pic>
        <p:nvPicPr>
          <p:cNvPr id="18" name="Picture 17" descr="cap1.png"/>
          <p:cNvPicPr>
            <a:picLocks noChangeAspect="1"/>
          </p:cNvPicPr>
          <p:nvPr/>
        </p:nvPicPr>
        <p:blipFill>
          <a:blip r:embed="rId2"/>
          <a:stretch>
            <a:fillRect/>
          </a:stretch>
        </p:blipFill>
        <p:spPr>
          <a:xfrm>
            <a:off x="4870731" y="1188720"/>
            <a:ext cx="3608778" cy="310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7040880" cy="640080"/>
          </a:xfrm>
          <a:prstGeom prst="rect">
            <a:avLst/>
          </a:prstGeom>
          <a:noFill/>
          <a:ln/>
        </p:spPr>
        <p:txBody>
          <a:bodyPr wrap="square" lIns="0" tIns="0" rIns="0" bIns="0" rtlCol="0" anchor="ctr"/>
          <a:lstStyle/>
          <a:p>
            <a:r>
              <a:rPr lang="en-US" sz="3000" b="1" dirty="0">
                <a:solidFill>
                  <a:srgbClr val="2E0A4E"/>
                </a:solidFill>
                <a:latin typeface="Oswald" pitchFamily="34" charset="0"/>
                <a:ea typeface="Oswald" pitchFamily="34" charset="-122"/>
                <a:cs typeface="Oswald" pitchFamily="34" charset="-120"/>
              </a:rPr>
              <a:t>Paso a paso (3)</a:t>
            </a:r>
            <a:endParaRPr lang="en-US" sz="3000" dirty="0"/>
          </a:p>
        </p:txBody>
      </p:sp>
      <p:sp>
        <p:nvSpPr>
          <p:cNvPr id="11" name="Shape 9"/>
          <p:cNvSpPr/>
          <p:nvPr/>
        </p:nvSpPr>
        <p:spPr>
          <a:xfrm>
            <a:off x="439616" y="1188720"/>
            <a:ext cx="2560320" cy="1463040"/>
          </a:xfrm>
          <a:prstGeom prst="roundRect">
            <a:avLst>
              <a:gd name="adj" fmla="val 2143"/>
            </a:avLst>
          </a:prstGeom>
          <a:solidFill>
            <a:srgbClr val="5A189A"/>
          </a:solidFill>
          <a:ln w="12700">
            <a:solidFill>
              <a:srgbClr val="5A189A"/>
            </a:solidFill>
            <a:prstDash val="solid"/>
          </a:ln>
        </p:spPr>
        <p:txBody>
          <a:bodyPr/>
          <a:lstStyle/>
          <a:p>
            <a:endParaRPr lang="en-US"/>
          </a:p>
        </p:txBody>
      </p:sp>
      <p:sp>
        <p:nvSpPr>
          <p:cNvPr id="12" name="Text 10"/>
          <p:cNvSpPr txBox="1"/>
          <p:nvPr/>
        </p:nvSpPr>
        <p:spPr>
          <a:xfrm>
            <a:off x="668216" y="1256068"/>
            <a:ext cx="2103120" cy="502920"/>
          </a:xfrm>
          <a:prstGeom prst="rect">
            <a:avLst/>
          </a:prstGeom>
          <a:noFill/>
          <a:ln/>
        </p:spPr>
        <p:txBody>
          <a:bodyPr wrap="square" lIns="0" tIns="0" rIns="0" bIns="0" rtlCol="0" anchor="ctr"/>
          <a:lstStyle/>
          <a:p>
            <a:pPr marL="0" indent="0">
              <a:buNone/>
            </a:pPr>
            <a:r>
              <a:rPr lang="en-US" sz="1600" b="1" dirty="0">
                <a:solidFill>
                  <a:srgbClr val="FFFFFF"/>
                </a:solidFill>
                <a:latin typeface="Oswald" pitchFamily="34" charset="0"/>
                <a:ea typeface="Oswald" pitchFamily="34" charset="-122"/>
                <a:cs typeface="Oswald" pitchFamily="34" charset="-120"/>
              </a:rPr>
              <a:t>OBJETIVO 4</a:t>
            </a:r>
            <a:endParaRPr lang="en-US" sz="1600" dirty="0"/>
          </a:p>
        </p:txBody>
      </p:sp>
      <p:sp>
        <p:nvSpPr>
          <p:cNvPr id="13" name="Text 11"/>
          <p:cNvSpPr txBox="1"/>
          <p:nvPr/>
        </p:nvSpPr>
        <p:spPr>
          <a:xfrm>
            <a:off x="668216" y="1734572"/>
            <a:ext cx="2103120" cy="716926"/>
          </a:xfrm>
          <a:prstGeom prst="rect">
            <a:avLst/>
          </a:prstGeom>
          <a:noFill/>
          <a:ln/>
        </p:spPr>
        <p:txBody>
          <a:bodyPr wrap="square" lIns="0" tIns="0" rIns="0" bIns="0" rtlCol="0" anchor="t"/>
          <a:lstStyle/>
          <a:p>
            <a:r>
              <a:rPr lang="es-ES" sz="1400" dirty="0">
                <a:solidFill>
                  <a:schemeClr val="bg1"/>
                </a:solidFill>
                <a:latin typeface="Calibri" pitchFamily="34" charset="0"/>
                <a:ea typeface="Calibri" pitchFamily="34" charset="-122"/>
                <a:cs typeface="Calibri" pitchFamily="34" charset="-120"/>
              </a:rPr>
              <a:t>Los cuatro paneles de RStudio</a:t>
            </a:r>
            <a:endParaRPr lang="en-US" sz="1300" dirty="0"/>
          </a:p>
        </p:txBody>
      </p:sp>
      <p:sp>
        <p:nvSpPr>
          <p:cNvPr id="15" name="Shape 9">
            <a:extLst>
              <a:ext uri="{FF2B5EF4-FFF2-40B4-BE49-F238E27FC236}">
                <a16:creationId xmlns:a16="http://schemas.microsoft.com/office/drawing/2014/main" id="{1ED05ED1-CE50-06A2-178F-B4365671B18F}"/>
              </a:ext>
            </a:extLst>
          </p:cNvPr>
          <p:cNvSpPr/>
          <p:nvPr/>
        </p:nvSpPr>
        <p:spPr>
          <a:xfrm>
            <a:off x="439615" y="2719107"/>
            <a:ext cx="3773659" cy="2281957"/>
          </a:xfrm>
          <a:prstGeom prst="roundRect">
            <a:avLst>
              <a:gd name="adj" fmla="val 2143"/>
            </a:avLst>
          </a:prstGeom>
          <a:solidFill>
            <a:schemeClr val="accent1">
              <a:lumMod val="75000"/>
            </a:schemeClr>
          </a:solidFill>
          <a:ln w="12700">
            <a:solidFill>
              <a:schemeClr val="accent1">
                <a:lumMod val="75000"/>
              </a:schemeClr>
            </a:solidFill>
            <a:prstDash val="solid"/>
          </a:ln>
        </p:spPr>
        <p:txBody>
          <a:bodyPr/>
          <a:lstStyle/>
          <a:p>
            <a:endParaRPr lang="en-US"/>
          </a:p>
        </p:txBody>
      </p:sp>
      <p:sp>
        <p:nvSpPr>
          <p:cNvPr id="17" name="Text 11">
            <a:extLst>
              <a:ext uri="{FF2B5EF4-FFF2-40B4-BE49-F238E27FC236}">
                <a16:creationId xmlns:a16="http://schemas.microsoft.com/office/drawing/2014/main" id="{1291722D-C809-2238-9939-339690D52438}"/>
              </a:ext>
            </a:extLst>
          </p:cNvPr>
          <p:cNvSpPr txBox="1"/>
          <p:nvPr/>
        </p:nvSpPr>
        <p:spPr>
          <a:xfrm>
            <a:off x="668216" y="2899117"/>
            <a:ext cx="3369212" cy="716926"/>
          </a:xfrm>
          <a:prstGeom prst="rect">
            <a:avLst/>
          </a:prstGeom>
          <a:noFill/>
          <a:ln/>
        </p:spPr>
        <p:txBody>
          <a:bodyPr wrap="square" lIns="0" tIns="0" rIns="0" bIns="0" rtlCol="0" anchor="t"/>
          <a:lstStyle/>
          <a:p>
            <a:r>
              <a:rPr lang="es-ES" sz="1400" b="1" dirty="0" err="1">
                <a:solidFill>
                  <a:schemeClr val="bg1"/>
                </a:solidFill>
                <a:latin typeface="Calibri" pitchFamily="34" charset="0"/>
                <a:ea typeface="Calibri" pitchFamily="34" charset="-122"/>
                <a:cs typeface="Calibri" pitchFamily="34" charset="-120"/>
              </a:rPr>
              <a:t>En el script se escribe y se guarda. </a:t>
            </a:r>
            <a:r>
              <a:rPr lang="es-ES" sz="1400" b="1" i="1" dirty="0" err="1">
                <a:solidFill>
                  <a:schemeClr val="bg1"/>
                </a:solidFill>
                <a:latin typeface="Calibri" pitchFamily="34" charset="0"/>
                <a:ea typeface="Calibri" pitchFamily="34" charset="-122"/>
                <a:cs typeface="Calibri" pitchFamily="34" charset="-120"/>
              </a:rPr>
              <a:t>Ctrl + Enter</a:t>
            </a:r>
            <a:r>
              <a:rPr lang="es-ES" sz="1400" b="1" dirty="0" err="1">
                <a:solidFill>
                  <a:schemeClr val="bg1"/>
                </a:solidFill>
                <a:latin typeface="Calibri" pitchFamily="34" charset="0"/>
                <a:ea typeface="Calibri" pitchFamily="34" charset="-122"/>
                <a:cs typeface="Calibri" pitchFamily="34" charset="-120"/>
              </a:rPr>
              <a:t> manda la línea a la consola, donde aparece el resultado.</a:t>
            </a:r>
          </a:p>
          <a:p>
            <a:endParaRPr lang="es-ES" sz="1400" b="1" dirty="0" err="1">
              <a:solidFill>
                <a:schemeClr val="bg1"/>
              </a:solidFill>
              <a:latin typeface="Calibri" pitchFamily="34" charset="0"/>
              <a:ea typeface="Calibri" pitchFamily="34" charset="-122"/>
              <a:cs typeface="Calibri" pitchFamily="34" charset="-120"/>
            </a:endParaRPr>
          </a:p>
          <a:p>
            <a:r>
              <a:rPr lang="es-ES" sz="1400" b="1" dirty="0" err="1">
                <a:solidFill>
                  <a:schemeClr val="bg1"/>
                </a:solidFill>
                <a:latin typeface="Calibri" pitchFamily="34" charset="0"/>
                <a:ea typeface="Calibri" pitchFamily="34" charset="-122"/>
                <a:cs typeface="Calibri" pitchFamily="34" charset="-120"/>
              </a:rPr>
              <a:t>Los errores también salen en la consola. Leerlos con calma es la mitad del trabajo.</a:t>
            </a:r>
          </a:p>
        </p:txBody>
      </p:sp>
      <p:pic>
        <p:nvPicPr>
          <p:cNvPr id="24" name="Picture 23" descr="p2.png"/>
          <p:cNvPicPr>
            <a:picLocks noChangeAspect="1"/>
          </p:cNvPicPr>
          <p:nvPr/>
        </p:nvPicPr>
        <p:blipFill>
          <a:blip r:embed="rId2"/>
          <a:stretch>
            <a:fillRect/>
          </a:stretch>
        </p:blipFill>
        <p:spPr>
          <a:xfrm>
            <a:off x="4434840" y="1320165"/>
            <a:ext cx="4480560" cy="2800350"/>
          </a:xfrm>
          <a:prstGeom prst="rect">
            <a:avLst/>
          </a:prstGeom>
          <a:ln w="76200">
            <a:solidFill>
              <a:schemeClr val="accent1">
                <a:lumMod val="75000"/>
              </a:schemeClr>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B8BE186-2227-0AEE-46BF-1738518AF7E2}"/>
              </a:ext>
            </a:extLst>
          </p:cNvPr>
          <p:cNvSpPr txBox="1"/>
          <p:nvPr/>
        </p:nvSpPr>
        <p:spPr>
          <a:xfrm>
            <a:off x="502920" y="320040"/>
            <a:ext cx="7040880" cy="640080"/>
          </a:xfrm>
          <a:prstGeom prst="rect">
            <a:avLst/>
          </a:prstGeom>
          <a:noFill/>
          <a:ln/>
        </p:spPr>
        <p:txBody>
          <a:bodyPr wrap="square" lIns="0" tIns="0" rIns="0" bIns="0" rtlCol="0" anchor="ctr"/>
          <a:lstStyle/>
          <a:p>
            <a:r>
              <a:rPr lang="en-US" sz="3000" b="1" dirty="0">
                <a:solidFill>
                  <a:srgbClr val="2E0A4E"/>
                </a:solidFill>
                <a:latin typeface="Oswald" pitchFamily="34" charset="0"/>
                <a:ea typeface="Oswald" pitchFamily="34" charset="-122"/>
                <a:cs typeface="Oswald" pitchFamily="34" charset="-120"/>
              </a:rPr>
              <a:t>Paso a paso (4)</a:t>
            </a:r>
            <a:endParaRPr lang="en-US" sz="3000" dirty="0"/>
          </a:p>
        </p:txBody>
      </p:sp>
      <p:sp>
        <p:nvSpPr>
          <p:cNvPr id="11" name="Shape 9">
            <a:extLst>
              <a:ext uri="{FF2B5EF4-FFF2-40B4-BE49-F238E27FC236}">
                <a16:creationId xmlns:a16="http://schemas.microsoft.com/office/drawing/2014/main" id="{2D484EA3-17D5-DFDE-7FFB-391D9E546766}"/>
              </a:ext>
            </a:extLst>
          </p:cNvPr>
          <p:cNvSpPr/>
          <p:nvPr/>
        </p:nvSpPr>
        <p:spPr>
          <a:xfrm>
            <a:off x="439616" y="1188720"/>
            <a:ext cx="2560320" cy="1463040"/>
          </a:xfrm>
          <a:prstGeom prst="roundRect">
            <a:avLst>
              <a:gd name="adj" fmla="val 2143"/>
            </a:avLst>
          </a:prstGeom>
          <a:solidFill>
            <a:srgbClr val="5A189A"/>
          </a:solidFill>
          <a:ln w="12700">
            <a:solidFill>
              <a:srgbClr val="5A189A"/>
            </a:solidFill>
            <a:prstDash val="solid"/>
          </a:ln>
        </p:spPr>
        <p:txBody>
          <a:bodyPr/>
          <a:lstStyle/>
          <a:p>
            <a:endParaRPr lang="en-US"/>
          </a:p>
        </p:txBody>
      </p:sp>
      <p:sp>
        <p:nvSpPr>
          <p:cNvPr id="12" name="Text 10">
            <a:extLst>
              <a:ext uri="{FF2B5EF4-FFF2-40B4-BE49-F238E27FC236}">
                <a16:creationId xmlns:a16="http://schemas.microsoft.com/office/drawing/2014/main" id="{FF346D48-99B4-78ED-CF54-DB6A3D402E26}"/>
              </a:ext>
            </a:extLst>
          </p:cNvPr>
          <p:cNvSpPr txBox="1"/>
          <p:nvPr/>
        </p:nvSpPr>
        <p:spPr>
          <a:xfrm>
            <a:off x="668216" y="1256068"/>
            <a:ext cx="2103120" cy="502920"/>
          </a:xfrm>
          <a:prstGeom prst="rect">
            <a:avLst/>
          </a:prstGeom>
          <a:noFill/>
          <a:ln/>
        </p:spPr>
        <p:txBody>
          <a:bodyPr wrap="square" lIns="0" tIns="0" rIns="0" bIns="0" rtlCol="0" anchor="ctr"/>
          <a:lstStyle/>
          <a:p>
            <a:pPr marL="0" indent="0">
              <a:buNone/>
            </a:pPr>
            <a:r>
              <a:rPr lang="en-US" sz="1600" b="1" dirty="0">
                <a:solidFill>
                  <a:srgbClr val="FFFFFF"/>
                </a:solidFill>
                <a:latin typeface="Oswald" pitchFamily="34" charset="0"/>
                <a:ea typeface="Oswald" pitchFamily="34" charset="-122"/>
                <a:cs typeface="Oswald" pitchFamily="34" charset="-120"/>
              </a:rPr>
              <a:t>OBJETIVO 4</a:t>
            </a:r>
            <a:endParaRPr lang="en-US" sz="1600" dirty="0"/>
          </a:p>
        </p:txBody>
      </p:sp>
      <p:sp>
        <p:nvSpPr>
          <p:cNvPr id="13" name="Text 11">
            <a:extLst>
              <a:ext uri="{FF2B5EF4-FFF2-40B4-BE49-F238E27FC236}">
                <a16:creationId xmlns:a16="http://schemas.microsoft.com/office/drawing/2014/main" id="{961D826F-99A4-C802-E6F8-FA059D329199}"/>
              </a:ext>
            </a:extLst>
          </p:cNvPr>
          <p:cNvSpPr txBox="1"/>
          <p:nvPr/>
        </p:nvSpPr>
        <p:spPr>
          <a:xfrm>
            <a:off x="668216" y="1734572"/>
            <a:ext cx="2103120" cy="716926"/>
          </a:xfrm>
          <a:prstGeom prst="rect">
            <a:avLst/>
          </a:prstGeom>
          <a:noFill/>
          <a:ln/>
        </p:spPr>
        <p:txBody>
          <a:bodyPr wrap="square" lIns="0" tIns="0" rIns="0" bIns="0" rtlCol="0" anchor="t"/>
          <a:lstStyle/>
          <a:p>
            <a:r>
              <a:rPr lang="es-ES" sz="1400" dirty="0">
                <a:solidFill>
                  <a:schemeClr val="bg1"/>
                </a:solidFill>
                <a:latin typeface="Calibri" pitchFamily="34" charset="0"/>
                <a:ea typeface="Calibri" pitchFamily="34" charset="-122"/>
                <a:cs typeface="Calibri" pitchFamily="34" charset="-120"/>
              </a:rPr>
              <a:t>Lo básico de R</a:t>
            </a:r>
          </a:p>
        </p:txBody>
      </p:sp>
      <p:sp>
        <p:nvSpPr>
          <p:cNvPr id="15" name="Shape 9">
            <a:extLst>
              <a:ext uri="{FF2B5EF4-FFF2-40B4-BE49-F238E27FC236}">
                <a16:creationId xmlns:a16="http://schemas.microsoft.com/office/drawing/2014/main" id="{F33AC7BE-75B4-F8D4-43E0-87B7AD3B3F34}"/>
              </a:ext>
            </a:extLst>
          </p:cNvPr>
          <p:cNvSpPr/>
          <p:nvPr/>
        </p:nvSpPr>
        <p:spPr>
          <a:xfrm>
            <a:off x="439615" y="2719107"/>
            <a:ext cx="3773659" cy="2281957"/>
          </a:xfrm>
          <a:prstGeom prst="roundRect">
            <a:avLst>
              <a:gd name="adj" fmla="val 2143"/>
            </a:avLst>
          </a:prstGeom>
          <a:solidFill>
            <a:schemeClr val="accent1">
              <a:lumMod val="75000"/>
            </a:schemeClr>
          </a:solidFill>
          <a:ln w="12700">
            <a:solidFill>
              <a:schemeClr val="accent1">
                <a:lumMod val="75000"/>
              </a:schemeClr>
            </a:solidFill>
            <a:prstDash val="solid"/>
          </a:ln>
        </p:spPr>
        <p:txBody>
          <a:bodyPr/>
          <a:lstStyle/>
          <a:p>
            <a:endParaRPr lang="en-US"/>
          </a:p>
        </p:txBody>
      </p:sp>
      <p:sp>
        <p:nvSpPr>
          <p:cNvPr id="17" name="Text 11">
            <a:extLst>
              <a:ext uri="{FF2B5EF4-FFF2-40B4-BE49-F238E27FC236}">
                <a16:creationId xmlns:a16="http://schemas.microsoft.com/office/drawing/2014/main" id="{BFEECB63-4CC8-9CA3-665B-7BF2CFCADD52}"/>
              </a:ext>
            </a:extLst>
          </p:cNvPr>
          <p:cNvSpPr txBox="1"/>
          <p:nvPr/>
        </p:nvSpPr>
        <p:spPr>
          <a:xfrm>
            <a:off x="668216" y="2899117"/>
            <a:ext cx="3369212" cy="716926"/>
          </a:xfrm>
          <a:prstGeom prst="rect">
            <a:avLst/>
          </a:prstGeom>
          <a:noFill/>
          <a:ln/>
        </p:spPr>
        <p:txBody>
          <a:bodyPr wrap="square" lIns="0" tIns="0" rIns="0" bIns="0" rtlCol="0" anchor="t"/>
          <a:lstStyle/>
          <a:p>
            <a:r>
              <a:rPr lang="es-ES" sz="1400" b="1" i="1" dirty="0">
                <a:solidFill>
                  <a:schemeClr val="bg1"/>
                </a:solidFill>
                <a:latin typeface="Calibri" pitchFamily="34" charset="0"/>
                <a:ea typeface="Calibri" pitchFamily="34" charset="-122"/>
                <a:cs typeface="Calibri" pitchFamily="34" charset="-120"/>
              </a:rPr>
              <a:t>&lt;-</a:t>
            </a:r>
            <a:r>
              <a:rPr lang="es-ES" sz="1400" b="1" dirty="0">
                <a:solidFill>
                  <a:schemeClr val="bg1"/>
                </a:solidFill>
                <a:latin typeface="Calibri" pitchFamily="34" charset="0"/>
                <a:ea typeface="Calibri" pitchFamily="34" charset="-122"/>
                <a:cs typeface="Calibri" pitchFamily="34" charset="-120"/>
              </a:rPr>
              <a:t> guarda un valor en un objeto. </a:t>
            </a:r>
            <a:r>
              <a:rPr lang="es-ES" sz="1400" b="1" i="1" dirty="0">
                <a:solidFill>
                  <a:schemeClr val="bg1"/>
                </a:solidFill>
                <a:latin typeface="Calibri" pitchFamily="34" charset="0"/>
                <a:ea typeface="Calibri" pitchFamily="34" charset="-122"/>
                <a:cs typeface="Calibri" pitchFamily="34" charset="-120"/>
              </a:rPr>
              <a:t>c()</a:t>
            </a:r>
            <a:r>
              <a:rPr lang="es-ES" sz="1400" b="1" dirty="0">
                <a:solidFill>
                  <a:schemeClr val="bg1"/>
                </a:solidFill>
                <a:latin typeface="Calibri" pitchFamily="34" charset="0"/>
                <a:ea typeface="Calibri" pitchFamily="34" charset="-122"/>
                <a:cs typeface="Calibri" pitchFamily="34" charset="-120"/>
              </a:rPr>
              <a:t> arma un vector. </a:t>
            </a:r>
            <a:r>
              <a:rPr lang="es-ES" sz="1400" b="1" i="1" dirty="0">
                <a:solidFill>
                  <a:schemeClr val="bg1"/>
                </a:solidFill>
                <a:latin typeface="Calibri" pitchFamily="34" charset="0"/>
                <a:ea typeface="Calibri" pitchFamily="34" charset="-122"/>
                <a:cs typeface="Calibri" pitchFamily="34" charset="-120"/>
              </a:rPr>
              <a:t>read.csv()</a:t>
            </a:r>
            <a:r>
              <a:rPr lang="es-ES" sz="1400" b="1" dirty="0">
                <a:solidFill>
                  <a:schemeClr val="bg1"/>
                </a:solidFill>
                <a:latin typeface="Calibri" pitchFamily="34" charset="0"/>
                <a:ea typeface="Calibri" pitchFamily="34" charset="-122"/>
                <a:cs typeface="Calibri" pitchFamily="34" charset="-120"/>
              </a:rPr>
              <a:t> lee una tabla, un data frame.</a:t>
            </a:r>
            <a:endParaRPr lang="en-US" sz="1300" dirty="0"/>
          </a:p>
          <a:p>
            <a:endParaRPr lang="en-US" sz="1300" dirty="0"/>
          </a:p>
          <a:p>
            <a:r>
              <a:rPr lang="es-ES" sz="1400" b="1" i="1" dirty="0">
                <a:solidFill>
                  <a:schemeClr val="bg1"/>
                </a:solidFill>
                <a:latin typeface="Calibri" pitchFamily="34" charset="0"/>
                <a:ea typeface="Calibri" pitchFamily="34" charset="-122"/>
                <a:cs typeface="Calibri" pitchFamily="34" charset="-120"/>
              </a:rPr>
              <a:t>elecciones$emitidos</a:t>
            </a:r>
            <a:r>
              <a:rPr lang="es-ES" sz="1400" b="1" dirty="0">
                <a:solidFill>
                  <a:schemeClr val="bg1"/>
                </a:solidFill>
                <a:latin typeface="Calibri" pitchFamily="34" charset="0"/>
                <a:ea typeface="Calibri" pitchFamily="34" charset="-122"/>
                <a:cs typeface="Calibri" pitchFamily="34" charset="-120"/>
              </a:rPr>
              <a:t> elige una columna y </a:t>
            </a:r>
            <a:r>
              <a:rPr lang="es-ES" sz="1400" b="1" i="1" dirty="0">
                <a:solidFill>
                  <a:schemeClr val="bg1"/>
                </a:solidFill>
                <a:latin typeface="Calibri" pitchFamily="34" charset="0"/>
                <a:ea typeface="Calibri" pitchFamily="34" charset="-122"/>
                <a:cs typeface="Calibri" pitchFamily="34" charset="-120"/>
              </a:rPr>
              <a:t>sum()</a:t>
            </a:r>
            <a:r>
              <a:rPr lang="es-ES" sz="1400" b="1" dirty="0">
                <a:solidFill>
                  <a:schemeClr val="bg1"/>
                </a:solidFill>
                <a:latin typeface="Calibri" pitchFamily="34" charset="0"/>
                <a:ea typeface="Calibri" pitchFamily="34" charset="-122"/>
                <a:cs typeface="Calibri" pitchFamily="34" charset="-120"/>
              </a:rPr>
              <a:t> la suma. Todo está en </a:t>
            </a:r>
            <a:r>
              <a:rPr lang="es-ES" sz="1400" b="1" i="1" dirty="0">
                <a:solidFill>
                  <a:schemeClr val="bg1"/>
                </a:solidFill>
                <a:latin typeface="Calibri" pitchFamily="34" charset="0"/>
                <a:ea typeface="Calibri" pitchFamily="34" charset="-122"/>
                <a:cs typeface="Calibri" pitchFamily="34" charset="-120"/>
              </a:rPr>
              <a:t>clase1/primeros_pasos.R</a:t>
            </a:r>
            <a:r>
              <a:rPr lang="es-ES" sz="1400" b="1" dirty="0">
                <a:solidFill>
                  <a:schemeClr val="bg1"/>
                </a:solidFill>
                <a:latin typeface="Calibri" pitchFamily="34" charset="0"/>
                <a:ea typeface="Calibri" pitchFamily="34" charset="-122"/>
                <a:cs typeface="Calibri" pitchFamily="34" charset="-120"/>
              </a:rPr>
              <a:t>.</a:t>
            </a:r>
            <a:endParaRPr lang="en-US" sz="1300" dirty="0"/>
          </a:p>
        </p:txBody>
      </p:sp>
      <p:pic>
        <p:nvPicPr>
          <p:cNvPr id="22" name="Picture 21" descr="p3.png"/>
          <p:cNvPicPr>
            <a:picLocks noChangeAspect="1"/>
          </p:cNvPicPr>
          <p:nvPr/>
        </p:nvPicPr>
        <p:blipFill>
          <a:blip r:embed="rId2"/>
          <a:stretch>
            <a:fillRect/>
          </a:stretch>
        </p:blipFill>
        <p:spPr>
          <a:xfrm>
            <a:off x="4434840" y="1471757"/>
            <a:ext cx="4480560" cy="2497165"/>
          </a:xfrm>
          <a:prstGeom prst="rect">
            <a:avLst/>
          </a:prstGeom>
          <a:ln w="76200">
            <a:solidFill>
              <a:schemeClr val="accent1">
                <a:lumMod val="75000"/>
              </a:schemeClr>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8CD19-0A05-980C-28BC-1CD69A6E73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8D3ACF3-B150-B335-2F68-0E72F7D93AA7}"/>
              </a:ext>
            </a:extLst>
          </p:cNvPr>
          <p:cNvSpPr txBox="1"/>
          <p:nvPr/>
        </p:nvSpPr>
        <p:spPr>
          <a:xfrm>
            <a:off x="502920" y="320040"/>
            <a:ext cx="7040880" cy="640080"/>
          </a:xfrm>
          <a:prstGeom prst="rect">
            <a:avLst/>
          </a:prstGeom>
          <a:noFill/>
          <a:ln/>
        </p:spPr>
        <p:txBody>
          <a:bodyPr wrap="square" lIns="0" tIns="0" rIns="0" bIns="0" rtlCol="0" anchor="ctr"/>
          <a:lstStyle/>
          <a:p>
            <a:pPr marL="0" indent="0">
              <a:buNone/>
            </a:pPr>
            <a:r>
              <a:rPr lang="es-UY" sz="3000" b="1" noProof="0" dirty="0">
                <a:solidFill>
                  <a:srgbClr val="2E0A4E"/>
                </a:solidFill>
                <a:latin typeface="Oswald" pitchFamily="34" charset="0"/>
                <a:ea typeface="Oswald" pitchFamily="34" charset="-122"/>
                <a:cs typeface="Oswald" pitchFamily="34" charset="-120"/>
              </a:rPr>
              <a:t>Primer prueba básica</a:t>
            </a:r>
            <a:endParaRPr lang="es-UY" sz="3000" noProof="0" dirty="0"/>
          </a:p>
        </p:txBody>
      </p:sp>
      <p:sp>
        <p:nvSpPr>
          <p:cNvPr id="5" name="Shape 3">
            <a:extLst>
              <a:ext uri="{FF2B5EF4-FFF2-40B4-BE49-F238E27FC236}">
                <a16:creationId xmlns:a16="http://schemas.microsoft.com/office/drawing/2014/main" id="{E290BAFC-E6EB-5634-FBC3-CCC9F39E92D9}"/>
              </a:ext>
            </a:extLst>
          </p:cNvPr>
          <p:cNvSpPr/>
          <p:nvPr/>
        </p:nvSpPr>
        <p:spPr>
          <a:xfrm>
            <a:off x="502920" y="1188720"/>
            <a:ext cx="8138160" cy="3429000"/>
          </a:xfrm>
          <a:prstGeom prst="roundRect">
            <a:avLst>
              <a:gd name="adj" fmla="val 1600"/>
            </a:avLst>
          </a:prstGeom>
          <a:solidFill>
            <a:srgbClr val="2E0A4E"/>
          </a:solidFill>
          <a:ln w="12700">
            <a:solidFill>
              <a:srgbClr val="2E0A4E"/>
            </a:solidFill>
            <a:prstDash val="solid"/>
          </a:ln>
        </p:spPr>
        <p:txBody>
          <a:bodyPr/>
          <a:lstStyle/>
          <a:p>
            <a:endParaRPr lang="es-UY" noProof="0" dirty="0"/>
          </a:p>
        </p:txBody>
      </p:sp>
      <p:sp>
        <p:nvSpPr>
          <p:cNvPr id="6" name="Text 4">
            <a:extLst>
              <a:ext uri="{FF2B5EF4-FFF2-40B4-BE49-F238E27FC236}">
                <a16:creationId xmlns:a16="http://schemas.microsoft.com/office/drawing/2014/main" id="{5DF983FE-53D9-DEAA-65C1-D3415B85244D}"/>
              </a:ext>
            </a:extLst>
          </p:cNvPr>
          <p:cNvSpPr txBox="1"/>
          <p:nvPr/>
        </p:nvSpPr>
        <p:spPr>
          <a:xfrm>
            <a:off x="777240" y="1325880"/>
            <a:ext cx="7589520" cy="3154680"/>
          </a:xfrm>
          <a:prstGeom prst="rect">
            <a:avLst/>
          </a:prstGeom>
          <a:noFill/>
          <a:ln/>
        </p:spPr>
        <p:txBody>
          <a:bodyPr wrap="square" lIns="0" tIns="0" rIns="0" bIns="0" rtlCol="0" anchor="t"/>
          <a:lstStyle/>
          <a:p>
            <a:pPr marL="171450" indent="-171450">
              <a:spcAft>
                <a:spcPts val="200"/>
              </a:spcAft>
              <a:buFont typeface="Arial" panose="020B0604020202020204" pitchFamily="34" charset="0"/>
              <a:buChar char="•"/>
            </a:pPr>
            <a:r>
              <a:rPr lang="es-UY" sz="1200" b="1" noProof="0" dirty="0">
                <a:solidFill>
                  <a:srgbClr val="F1E9F8"/>
                </a:solidFill>
                <a:latin typeface="Courier New" pitchFamily="34" charset="0"/>
                <a:ea typeface="Courier New" pitchFamily="34" charset="-122"/>
                <a:cs typeface="Courier New" pitchFamily="34" charset="-120"/>
              </a:rPr>
              <a:t>Abrimos clase1/app.R en Rstudio</a:t>
            </a:r>
          </a:p>
          <a:p>
            <a:pPr marL="0" indent="0">
              <a:spcAft>
                <a:spcPts val="200"/>
              </a:spcAft>
              <a:buNone/>
            </a:pPr>
            <a:endParaRPr lang="es-UY" sz="1200" dirty="0">
              <a:solidFill>
                <a:srgbClr val="F1E9F8"/>
              </a:solidFill>
              <a:latin typeface="Courier New" pitchFamily="34" charset="0"/>
              <a:cs typeface="Courier New" pitchFamily="34" charset="-120"/>
            </a:endParaRPr>
          </a:p>
          <a:p>
            <a:pPr marL="171450" indent="-171450">
              <a:spcAft>
                <a:spcPts val="200"/>
              </a:spcAft>
              <a:buFont typeface="Arial" panose="020B0604020202020204" pitchFamily="34" charset="0"/>
              <a:buChar char="•"/>
            </a:pPr>
            <a:r>
              <a:rPr lang="es-UY" sz="1200" b="1" noProof="0" dirty="0">
                <a:solidFill>
                  <a:srgbClr val="F1E9F8"/>
                </a:solidFill>
                <a:latin typeface="Courier New" pitchFamily="34" charset="0"/>
                <a:ea typeface="Courier New" pitchFamily="34" charset="-122"/>
                <a:cs typeface="Courier New" pitchFamily="34" charset="-120"/>
              </a:rPr>
              <a:t>Observamos el código y prestamos especial atención a los comentarios (#...)</a:t>
            </a:r>
          </a:p>
          <a:p>
            <a:pPr marL="171450" indent="-171450">
              <a:spcAft>
                <a:spcPts val="200"/>
              </a:spcAft>
              <a:buFont typeface="Arial" panose="020B0604020202020204" pitchFamily="34" charset="0"/>
              <a:buChar char="•"/>
            </a:pPr>
            <a:endParaRPr lang="es-UY" sz="1200" b="1" dirty="0">
              <a:solidFill>
                <a:srgbClr val="F1E9F8"/>
              </a:solidFill>
              <a:latin typeface="Courier New" pitchFamily="34" charset="0"/>
              <a:cs typeface="Courier New" pitchFamily="34" charset="-120"/>
            </a:endParaRPr>
          </a:p>
          <a:p>
            <a:pPr marL="171450" indent="-171450">
              <a:spcAft>
                <a:spcPts val="200"/>
              </a:spcAft>
              <a:buFont typeface="Arial" panose="020B0604020202020204" pitchFamily="34" charset="0"/>
              <a:buChar char="•"/>
            </a:pPr>
            <a:r>
              <a:rPr lang="es-UY" sz="1200" b="1" noProof="0" dirty="0">
                <a:solidFill>
                  <a:srgbClr val="F1E9F8"/>
                </a:solidFill>
                <a:latin typeface="Courier New" pitchFamily="34" charset="0"/>
                <a:cs typeface="Courier New" pitchFamily="34" charset="-120"/>
              </a:rPr>
              <a:t>Ejecutamos la app localmente haciendo clic en “Run App”</a:t>
            </a:r>
            <a:endParaRPr lang="es-UY" sz="1200" noProof="0" dirty="0">
              <a:solidFill>
                <a:srgbClr val="F1E9F8"/>
              </a:solidFill>
              <a:latin typeface="Courier New" pitchFamily="34" charset="0"/>
              <a:ea typeface="Courier New" pitchFamily="34" charset="-122"/>
              <a:cs typeface="Courier New" pitchFamily="34" charset="-120"/>
            </a:endParaRPr>
          </a:p>
          <a:p>
            <a:pPr marL="0" indent="0">
              <a:spcAft>
                <a:spcPts val="200"/>
              </a:spcAft>
              <a:buNone/>
            </a:pPr>
            <a:endParaRPr lang="es-UY" sz="1200" dirty="0">
              <a:solidFill>
                <a:srgbClr val="F1E9F8"/>
              </a:solidFill>
              <a:latin typeface="Courier New" pitchFamily="34" charset="0"/>
              <a:ea typeface="Courier New" pitchFamily="34" charset="-122"/>
              <a:cs typeface="Courier New" pitchFamily="34" charset="-120"/>
            </a:endParaRPr>
          </a:p>
          <a:p>
            <a:pPr marL="171450" indent="-171450">
              <a:spcAft>
                <a:spcPts val="200"/>
              </a:spcAft>
              <a:buFont typeface="Arial" panose="020B0604020202020204" pitchFamily="34" charset="0"/>
              <a:buChar char="•"/>
            </a:pPr>
            <a:r>
              <a:rPr lang="es-UY" sz="1200" b="1" noProof="0" dirty="0">
                <a:solidFill>
                  <a:srgbClr val="F1E9F8"/>
                </a:solidFill>
                <a:latin typeface="Courier New" pitchFamily="34" charset="0"/>
                <a:ea typeface="Courier New" pitchFamily="34" charset="-122"/>
                <a:cs typeface="Courier New" pitchFamily="34" charset="-120"/>
              </a:rPr>
              <a:t>En caso de tener avisos o errores, revisar la consola y leer el texto que se imprimió allí.</a:t>
            </a:r>
          </a:p>
          <a:p>
            <a:pPr marL="171450" indent="-171450">
              <a:spcAft>
                <a:spcPts val="200"/>
              </a:spcAft>
              <a:buFont typeface="Arial" panose="020B0604020202020204" pitchFamily="34" charset="0"/>
              <a:buChar char="•"/>
            </a:pPr>
            <a:endParaRPr lang="es-UY" sz="1200" b="1" dirty="0">
              <a:solidFill>
                <a:srgbClr val="F1E9F8"/>
              </a:solidFill>
              <a:latin typeface="Courier New" pitchFamily="34" charset="0"/>
              <a:cs typeface="Courier New" pitchFamily="34" charset="-120"/>
            </a:endParaRPr>
          </a:p>
          <a:p>
            <a:pPr marL="171450" indent="-171450">
              <a:spcAft>
                <a:spcPts val="200"/>
              </a:spcAft>
              <a:buFont typeface="Arial" panose="020B0604020202020204" pitchFamily="34" charset="0"/>
              <a:buChar char="•"/>
            </a:pPr>
            <a:r>
              <a:rPr lang="es-UY" sz="1200" b="1" noProof="0" dirty="0">
                <a:solidFill>
                  <a:srgbClr val="F1E9F8"/>
                </a:solidFill>
                <a:latin typeface="Courier New" pitchFamily="34" charset="0"/>
                <a:cs typeface="Courier New" pitchFamily="34" charset="-120"/>
              </a:rPr>
              <a:t>Primero revisamos si funciona la aplicación y contrastamos los datos mostrados con </a:t>
            </a:r>
            <a:r>
              <a:rPr lang="es-UY" sz="1200" b="1" dirty="0">
                <a:solidFill>
                  <a:srgbClr val="F1E9F8"/>
                </a:solidFill>
                <a:latin typeface="Courier New" pitchFamily="34" charset="0"/>
                <a:cs typeface="Courier New" pitchFamily="34" charset="-120"/>
              </a:rPr>
              <a:t>nuestra base de datos original. Después vemos, pieza por pieza, cómo está construida.</a:t>
            </a:r>
            <a:endParaRPr lang="es-UY" sz="1200" b="1" noProof="0" dirty="0"/>
          </a:p>
        </p:txBody>
      </p:sp>
    </p:spTree>
    <p:extLst>
      <p:ext uri="{BB962C8B-B14F-4D97-AF65-F5344CB8AC3E}">
        <p14:creationId xmlns:p14="http://schemas.microsoft.com/office/powerpoint/2010/main" val="3901877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E6952-D65A-228F-FF92-58532377F0A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EEFDE8D-D2BB-385F-94BB-42328D95E4C4}"/>
              </a:ext>
            </a:extLst>
          </p:cNvPr>
          <p:cNvSpPr txBox="1"/>
          <p:nvPr/>
        </p:nvSpPr>
        <p:spPr>
          <a:xfrm>
            <a:off x="502920" y="320040"/>
            <a:ext cx="7040880" cy="640080"/>
          </a:xfrm>
          <a:prstGeom prst="rect">
            <a:avLst/>
          </a:prstGeom>
          <a:noFill/>
          <a:ln/>
        </p:spPr>
        <p:txBody>
          <a:bodyPr wrap="square" lIns="0" tIns="0" rIns="0" bIns="0" rtlCol="0" anchor="ctr"/>
          <a:lstStyle/>
          <a:p>
            <a:pPr marL="0" indent="0">
              <a:buNone/>
            </a:pPr>
            <a:r>
              <a:rPr lang="es-UY" sz="3000" b="1" noProof="0" dirty="0">
                <a:solidFill>
                  <a:srgbClr val="2E0A4E"/>
                </a:solidFill>
                <a:latin typeface="Oswald" pitchFamily="34" charset="0"/>
                <a:ea typeface="Oswald" pitchFamily="34" charset="-122"/>
                <a:cs typeface="Oswald" pitchFamily="34" charset="-120"/>
              </a:rPr>
              <a:t>Primer prueba básica</a:t>
            </a:r>
            <a:endParaRPr lang="es-UY" sz="3000" noProof="0" dirty="0"/>
          </a:p>
        </p:txBody>
      </p:sp>
      <p:sp>
        <p:nvSpPr>
          <p:cNvPr id="5" name="Shape 3">
            <a:extLst>
              <a:ext uri="{FF2B5EF4-FFF2-40B4-BE49-F238E27FC236}">
                <a16:creationId xmlns:a16="http://schemas.microsoft.com/office/drawing/2014/main" id="{42B39C4F-F6CB-7289-3796-A9349E70E62F}"/>
              </a:ext>
            </a:extLst>
          </p:cNvPr>
          <p:cNvSpPr/>
          <p:nvPr/>
        </p:nvSpPr>
        <p:spPr>
          <a:xfrm>
            <a:off x="502920" y="1394460"/>
            <a:ext cx="8138160" cy="3429000"/>
          </a:xfrm>
          <a:prstGeom prst="roundRect">
            <a:avLst>
              <a:gd name="adj" fmla="val 1600"/>
            </a:avLst>
          </a:prstGeom>
          <a:solidFill>
            <a:srgbClr val="2E0A4E"/>
          </a:solidFill>
          <a:ln w="12700">
            <a:solidFill>
              <a:srgbClr val="2E0A4E"/>
            </a:solidFill>
            <a:prstDash val="solid"/>
          </a:ln>
        </p:spPr>
        <p:txBody>
          <a:bodyPr/>
          <a:lstStyle/>
          <a:p>
            <a:endParaRPr lang="es-UY" noProof="0" dirty="0"/>
          </a:p>
        </p:txBody>
      </p:sp>
      <p:pic>
        <p:nvPicPr>
          <p:cNvPr id="4" name="Picture 3">
            <a:extLst>
              <a:ext uri="{FF2B5EF4-FFF2-40B4-BE49-F238E27FC236}">
                <a16:creationId xmlns:a16="http://schemas.microsoft.com/office/drawing/2014/main" id="{FE7350AD-56A0-2E40-8E5D-B8E071AEABC2}"/>
              </a:ext>
            </a:extLst>
          </p:cNvPr>
          <p:cNvPicPr>
            <a:picLocks noChangeAspect="1"/>
          </p:cNvPicPr>
          <p:nvPr/>
        </p:nvPicPr>
        <p:blipFill>
          <a:blip r:embed="rId3"/>
          <a:srcRect b="4251"/>
          <a:stretch>
            <a:fillRect/>
          </a:stretch>
        </p:blipFill>
        <p:spPr>
          <a:xfrm>
            <a:off x="1296312" y="1079696"/>
            <a:ext cx="6368495" cy="3429000"/>
          </a:xfrm>
          <a:prstGeom prst="rect">
            <a:avLst/>
          </a:prstGeom>
          <a:ln w="76200">
            <a:solidFill>
              <a:schemeClr val="accent5">
                <a:lumMod val="60000"/>
                <a:lumOff val="40000"/>
              </a:schemeClr>
            </a:solidFill>
          </a:ln>
        </p:spPr>
      </p:pic>
    </p:spTree>
    <p:extLst>
      <p:ext uri="{BB962C8B-B14F-4D97-AF65-F5344CB8AC3E}">
        <p14:creationId xmlns:p14="http://schemas.microsoft.com/office/powerpoint/2010/main" val="2543718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1E0B84E-B772-A594-B980-A7B918F749C6}"/>
              </a:ext>
            </a:extLst>
          </p:cNvPr>
          <p:cNvSpPr txBox="1"/>
          <p:nvPr/>
        </p:nvSpPr>
        <p:spPr>
          <a:xfrm>
            <a:off x="502920" y="320040"/>
            <a:ext cx="7040880" cy="640080"/>
          </a:xfrm>
          <a:prstGeom prst="rect">
            <a:avLst/>
          </a:prstGeom>
          <a:noFill/>
          <a:ln/>
        </p:spPr>
        <p:txBody>
          <a:bodyPr wrap="square" lIns="0" tIns="0" rIns="0" bIns="0" rtlCol="0" anchor="ctr"/>
          <a:lstStyle/>
          <a:p>
            <a:r>
              <a:rPr lang="en-US" sz="3000" b="1" dirty="0">
                <a:solidFill>
                  <a:srgbClr val="2E0A4E"/>
                </a:solidFill>
                <a:latin typeface="Oswald" pitchFamily="34" charset="0"/>
                <a:ea typeface="Oswald" pitchFamily="34" charset="-122"/>
                <a:cs typeface="Oswald" pitchFamily="34" charset="-120"/>
              </a:rPr>
              <a:t>Paso a paso (5)</a:t>
            </a:r>
            <a:endParaRPr lang="en-US" sz="3000" dirty="0"/>
          </a:p>
        </p:txBody>
      </p:sp>
      <p:sp>
        <p:nvSpPr>
          <p:cNvPr id="11" name="Shape 9">
            <a:extLst>
              <a:ext uri="{FF2B5EF4-FFF2-40B4-BE49-F238E27FC236}">
                <a16:creationId xmlns:a16="http://schemas.microsoft.com/office/drawing/2014/main" id="{8584C834-90F2-8AA8-B328-3643E4CCE677}"/>
              </a:ext>
            </a:extLst>
          </p:cNvPr>
          <p:cNvSpPr/>
          <p:nvPr/>
        </p:nvSpPr>
        <p:spPr>
          <a:xfrm>
            <a:off x="439616" y="1188720"/>
            <a:ext cx="2560320" cy="1463040"/>
          </a:xfrm>
          <a:prstGeom prst="roundRect">
            <a:avLst>
              <a:gd name="adj" fmla="val 2143"/>
            </a:avLst>
          </a:prstGeom>
          <a:solidFill>
            <a:srgbClr val="5A189A"/>
          </a:solidFill>
          <a:ln w="12700">
            <a:solidFill>
              <a:srgbClr val="5A189A"/>
            </a:solidFill>
            <a:prstDash val="solid"/>
          </a:ln>
        </p:spPr>
        <p:txBody>
          <a:bodyPr/>
          <a:lstStyle/>
          <a:p>
            <a:endParaRPr lang="en-US"/>
          </a:p>
        </p:txBody>
      </p:sp>
      <p:sp>
        <p:nvSpPr>
          <p:cNvPr id="12" name="Text 10">
            <a:extLst>
              <a:ext uri="{FF2B5EF4-FFF2-40B4-BE49-F238E27FC236}">
                <a16:creationId xmlns:a16="http://schemas.microsoft.com/office/drawing/2014/main" id="{3D0787E2-7C7C-7A9C-ED72-1B8D5BA244E4}"/>
              </a:ext>
            </a:extLst>
          </p:cNvPr>
          <p:cNvSpPr txBox="1"/>
          <p:nvPr/>
        </p:nvSpPr>
        <p:spPr>
          <a:xfrm>
            <a:off x="668216" y="1256068"/>
            <a:ext cx="2103120" cy="502920"/>
          </a:xfrm>
          <a:prstGeom prst="rect">
            <a:avLst/>
          </a:prstGeom>
          <a:noFill/>
          <a:ln/>
        </p:spPr>
        <p:txBody>
          <a:bodyPr wrap="square" lIns="0" tIns="0" rIns="0" bIns="0" rtlCol="0" anchor="ctr"/>
          <a:lstStyle/>
          <a:p>
            <a:pPr marL="0" indent="0">
              <a:buNone/>
            </a:pPr>
            <a:r>
              <a:rPr lang="en-US" sz="1600" b="1" dirty="0">
                <a:solidFill>
                  <a:srgbClr val="FFFFFF"/>
                </a:solidFill>
                <a:latin typeface="Oswald" pitchFamily="34" charset="0"/>
                <a:ea typeface="Oswald" pitchFamily="34" charset="-122"/>
                <a:cs typeface="Oswald" pitchFamily="34" charset="-120"/>
              </a:rPr>
              <a:t>OBJETIVO 5</a:t>
            </a:r>
            <a:endParaRPr lang="en-US" sz="1600" dirty="0"/>
          </a:p>
        </p:txBody>
      </p:sp>
      <p:sp>
        <p:nvSpPr>
          <p:cNvPr id="13" name="Text 11">
            <a:extLst>
              <a:ext uri="{FF2B5EF4-FFF2-40B4-BE49-F238E27FC236}">
                <a16:creationId xmlns:a16="http://schemas.microsoft.com/office/drawing/2014/main" id="{0C2592C3-39BA-DB09-D0F1-BF73ED6DEC99}"/>
              </a:ext>
            </a:extLst>
          </p:cNvPr>
          <p:cNvSpPr txBox="1"/>
          <p:nvPr/>
        </p:nvSpPr>
        <p:spPr>
          <a:xfrm>
            <a:off x="668216" y="1734572"/>
            <a:ext cx="2103120" cy="716926"/>
          </a:xfrm>
          <a:prstGeom prst="rect">
            <a:avLst/>
          </a:prstGeom>
          <a:noFill/>
          <a:ln/>
        </p:spPr>
        <p:txBody>
          <a:bodyPr wrap="square" lIns="0" tIns="0" rIns="0" bIns="0" rtlCol="0" anchor="t"/>
          <a:lstStyle/>
          <a:p>
            <a:r>
              <a:rPr lang="es-ES" sz="1400" dirty="0">
                <a:solidFill>
                  <a:schemeClr val="bg1"/>
                </a:solidFill>
                <a:latin typeface="Calibri" pitchFamily="34" charset="0"/>
                <a:ea typeface="Calibri" pitchFamily="34" charset="-122"/>
                <a:cs typeface="Calibri" pitchFamily="34" charset="-120"/>
              </a:rPr>
              <a:t>La interfaz (ui)</a:t>
            </a:r>
          </a:p>
        </p:txBody>
      </p:sp>
      <p:sp>
        <p:nvSpPr>
          <p:cNvPr id="15" name="Shape 9">
            <a:extLst>
              <a:ext uri="{FF2B5EF4-FFF2-40B4-BE49-F238E27FC236}">
                <a16:creationId xmlns:a16="http://schemas.microsoft.com/office/drawing/2014/main" id="{ADB729CB-A987-663A-1058-A842556E3C9E}"/>
              </a:ext>
            </a:extLst>
          </p:cNvPr>
          <p:cNvSpPr/>
          <p:nvPr/>
        </p:nvSpPr>
        <p:spPr>
          <a:xfrm>
            <a:off x="439615" y="2719107"/>
            <a:ext cx="3773659" cy="2281957"/>
          </a:xfrm>
          <a:prstGeom prst="roundRect">
            <a:avLst>
              <a:gd name="adj" fmla="val 2143"/>
            </a:avLst>
          </a:prstGeom>
          <a:solidFill>
            <a:schemeClr val="accent1">
              <a:lumMod val="75000"/>
            </a:schemeClr>
          </a:solidFill>
          <a:ln w="12700">
            <a:solidFill>
              <a:schemeClr val="accent1">
                <a:lumMod val="75000"/>
              </a:schemeClr>
            </a:solidFill>
            <a:prstDash val="solid"/>
          </a:ln>
        </p:spPr>
        <p:txBody>
          <a:bodyPr/>
          <a:lstStyle/>
          <a:p>
            <a:endParaRPr lang="en-US"/>
          </a:p>
        </p:txBody>
      </p:sp>
      <p:sp>
        <p:nvSpPr>
          <p:cNvPr id="17" name="Text 11">
            <a:extLst>
              <a:ext uri="{FF2B5EF4-FFF2-40B4-BE49-F238E27FC236}">
                <a16:creationId xmlns:a16="http://schemas.microsoft.com/office/drawing/2014/main" id="{90C1F140-6606-DACA-D829-EF5414EB787C}"/>
              </a:ext>
            </a:extLst>
          </p:cNvPr>
          <p:cNvSpPr txBox="1"/>
          <p:nvPr/>
        </p:nvSpPr>
        <p:spPr>
          <a:xfrm>
            <a:off x="647115" y="2880360"/>
            <a:ext cx="3369212" cy="716926"/>
          </a:xfrm>
          <a:prstGeom prst="rect">
            <a:avLst/>
          </a:prstGeom>
          <a:noFill/>
          <a:ln/>
        </p:spPr>
        <p:txBody>
          <a:bodyPr wrap="square" lIns="0" tIns="0" rIns="0" bIns="0" rtlCol="0" anchor="t"/>
          <a:lstStyle/>
          <a:p>
            <a:endParaRPr lang="en-US" sz="1300" dirty="0"/>
          </a:p>
          <a:p>
            <a:endParaRPr lang="en-US" sz="1300" dirty="0"/>
          </a:p>
          <a:p>
            <a:endParaRPr lang="en-US" sz="1300" dirty="0"/>
          </a:p>
        </p:txBody>
      </p:sp>
      <p:pic>
        <p:nvPicPr>
          <p:cNvPr id="22" name="Picture 21" descr="p4.png"/>
          <p:cNvPicPr>
            <a:picLocks noChangeAspect="1"/>
          </p:cNvPicPr>
          <p:nvPr/>
        </p:nvPicPr>
        <p:blipFill>
          <a:blip r:embed="rId2"/>
          <a:stretch>
            <a:fillRect/>
          </a:stretch>
        </p:blipFill>
        <p:spPr>
          <a:xfrm>
            <a:off x="4434840" y="1979662"/>
            <a:ext cx="4300000" cy="2040677"/>
          </a:xfrm>
          <a:prstGeom prst="rect">
            <a:avLst/>
          </a:prstGeom>
          <a:ln w="76200">
            <a:solidFill>
              <a:schemeClr val="accent1">
                <a:lumMod val="75000"/>
              </a:schemeClr>
            </a:solid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1E0B84E-B772-A594-B980-A7B918F749C6}"/>
              </a:ext>
            </a:extLst>
          </p:cNvPr>
          <p:cNvSpPr txBox="1"/>
          <p:nvPr/>
        </p:nvSpPr>
        <p:spPr>
          <a:xfrm>
            <a:off x="502920" y="320040"/>
            <a:ext cx="7040880" cy="640080"/>
          </a:xfrm>
          <a:prstGeom prst="rect">
            <a:avLst/>
          </a:prstGeom>
          <a:noFill/>
          <a:ln/>
        </p:spPr>
        <p:txBody>
          <a:bodyPr wrap="square" lIns="0" tIns="0" rIns="0" bIns="0" rtlCol="0" anchor="ctr"/>
          <a:lstStyle/>
          <a:p>
            <a:r>
              <a:rPr lang="en-US" sz="3000" b="1" dirty="0">
                <a:solidFill>
                  <a:srgbClr val="2E0A4E"/>
                </a:solidFill>
                <a:latin typeface="Oswald" pitchFamily="34" charset="0"/>
                <a:ea typeface="Oswald" pitchFamily="34" charset="-122"/>
                <a:cs typeface="Oswald" pitchFamily="34" charset="-120"/>
              </a:rPr>
              <a:t>Paso a paso (6)</a:t>
            </a:r>
            <a:endParaRPr lang="en-US" sz="3000" dirty="0"/>
          </a:p>
        </p:txBody>
      </p:sp>
      <p:sp>
        <p:nvSpPr>
          <p:cNvPr id="11" name="Shape 9">
            <a:extLst>
              <a:ext uri="{FF2B5EF4-FFF2-40B4-BE49-F238E27FC236}">
                <a16:creationId xmlns:a16="http://schemas.microsoft.com/office/drawing/2014/main" id="{8584C834-90F2-8AA8-B328-3643E4CCE677}"/>
              </a:ext>
            </a:extLst>
          </p:cNvPr>
          <p:cNvSpPr/>
          <p:nvPr/>
        </p:nvSpPr>
        <p:spPr>
          <a:xfrm>
            <a:off x="439616" y="1188720"/>
            <a:ext cx="2560320" cy="1463040"/>
          </a:xfrm>
          <a:prstGeom prst="roundRect">
            <a:avLst>
              <a:gd name="adj" fmla="val 2143"/>
            </a:avLst>
          </a:prstGeom>
          <a:solidFill>
            <a:srgbClr val="5A189A"/>
          </a:solidFill>
          <a:ln w="12700">
            <a:solidFill>
              <a:srgbClr val="5A189A"/>
            </a:solidFill>
            <a:prstDash val="solid"/>
          </a:ln>
        </p:spPr>
        <p:txBody>
          <a:bodyPr/>
          <a:lstStyle/>
          <a:p>
            <a:endParaRPr lang="en-US"/>
          </a:p>
        </p:txBody>
      </p:sp>
      <p:sp>
        <p:nvSpPr>
          <p:cNvPr id="12" name="Text 10">
            <a:extLst>
              <a:ext uri="{FF2B5EF4-FFF2-40B4-BE49-F238E27FC236}">
                <a16:creationId xmlns:a16="http://schemas.microsoft.com/office/drawing/2014/main" id="{3D0787E2-7C7C-7A9C-ED72-1B8D5BA244E4}"/>
              </a:ext>
            </a:extLst>
          </p:cNvPr>
          <p:cNvSpPr txBox="1"/>
          <p:nvPr/>
        </p:nvSpPr>
        <p:spPr>
          <a:xfrm>
            <a:off x="668216" y="1256068"/>
            <a:ext cx="2103120" cy="502920"/>
          </a:xfrm>
          <a:prstGeom prst="rect">
            <a:avLst/>
          </a:prstGeom>
          <a:noFill/>
          <a:ln/>
        </p:spPr>
        <p:txBody>
          <a:bodyPr wrap="square" lIns="0" tIns="0" rIns="0" bIns="0" rtlCol="0" anchor="ctr"/>
          <a:lstStyle/>
          <a:p>
            <a:pPr marL="0" indent="0">
              <a:buNone/>
            </a:pPr>
            <a:r>
              <a:rPr lang="en-US" sz="1600" b="1" dirty="0">
                <a:solidFill>
                  <a:srgbClr val="FFFFFF"/>
                </a:solidFill>
                <a:latin typeface="Oswald" pitchFamily="34" charset="0"/>
                <a:ea typeface="Oswald" pitchFamily="34" charset="-122"/>
                <a:cs typeface="Oswald" pitchFamily="34" charset="-120"/>
              </a:rPr>
              <a:t>OBJETIVO 5</a:t>
            </a:r>
            <a:endParaRPr lang="en-US" sz="1600" dirty="0"/>
          </a:p>
        </p:txBody>
      </p:sp>
      <p:sp>
        <p:nvSpPr>
          <p:cNvPr id="13" name="Text 11">
            <a:extLst>
              <a:ext uri="{FF2B5EF4-FFF2-40B4-BE49-F238E27FC236}">
                <a16:creationId xmlns:a16="http://schemas.microsoft.com/office/drawing/2014/main" id="{0C2592C3-39BA-DB09-D0F1-BF73ED6DEC99}"/>
              </a:ext>
            </a:extLst>
          </p:cNvPr>
          <p:cNvSpPr txBox="1"/>
          <p:nvPr/>
        </p:nvSpPr>
        <p:spPr>
          <a:xfrm>
            <a:off x="668216" y="1734572"/>
            <a:ext cx="2103120" cy="716926"/>
          </a:xfrm>
          <a:prstGeom prst="rect">
            <a:avLst/>
          </a:prstGeom>
          <a:noFill/>
          <a:ln/>
        </p:spPr>
        <p:txBody>
          <a:bodyPr wrap="square" lIns="0" tIns="0" rIns="0" bIns="0" rtlCol="0" anchor="t"/>
          <a:lstStyle/>
          <a:p>
            <a:r>
              <a:rPr lang="es-ES" sz="1400" dirty="0">
                <a:solidFill>
                  <a:schemeClr val="bg1"/>
                </a:solidFill>
                <a:latin typeface="Calibri" pitchFamily="34" charset="0"/>
                <a:ea typeface="Calibri" pitchFamily="34" charset="-122"/>
                <a:cs typeface="Calibri" pitchFamily="34" charset="-120"/>
              </a:rPr>
              <a:t>El servidor (server)</a:t>
            </a:r>
          </a:p>
        </p:txBody>
      </p:sp>
      <p:sp>
        <p:nvSpPr>
          <p:cNvPr id="15" name="Shape 9">
            <a:extLst>
              <a:ext uri="{FF2B5EF4-FFF2-40B4-BE49-F238E27FC236}">
                <a16:creationId xmlns:a16="http://schemas.microsoft.com/office/drawing/2014/main" id="{ADB729CB-A987-663A-1058-A842556E3C9E}"/>
              </a:ext>
            </a:extLst>
          </p:cNvPr>
          <p:cNvSpPr/>
          <p:nvPr/>
        </p:nvSpPr>
        <p:spPr>
          <a:xfrm>
            <a:off x="439615" y="2719107"/>
            <a:ext cx="3773659" cy="2281957"/>
          </a:xfrm>
          <a:prstGeom prst="roundRect">
            <a:avLst>
              <a:gd name="adj" fmla="val 2143"/>
            </a:avLst>
          </a:prstGeom>
          <a:solidFill>
            <a:schemeClr val="accent1">
              <a:lumMod val="75000"/>
            </a:schemeClr>
          </a:solidFill>
          <a:ln w="12700">
            <a:solidFill>
              <a:schemeClr val="accent1">
                <a:lumMod val="75000"/>
              </a:schemeClr>
            </a:solidFill>
            <a:prstDash val="solid"/>
          </a:ln>
        </p:spPr>
        <p:txBody>
          <a:bodyPr/>
          <a:lstStyle/>
          <a:p>
            <a:endParaRPr lang="en-US"/>
          </a:p>
        </p:txBody>
      </p:sp>
      <p:sp>
        <p:nvSpPr>
          <p:cNvPr id="17" name="Text 11">
            <a:extLst>
              <a:ext uri="{FF2B5EF4-FFF2-40B4-BE49-F238E27FC236}">
                <a16:creationId xmlns:a16="http://schemas.microsoft.com/office/drawing/2014/main" id="{90C1F140-6606-DACA-D829-EF5414EB787C}"/>
              </a:ext>
            </a:extLst>
          </p:cNvPr>
          <p:cNvSpPr txBox="1"/>
          <p:nvPr/>
        </p:nvSpPr>
        <p:spPr>
          <a:xfrm>
            <a:off x="647115" y="2880360"/>
            <a:ext cx="3369212" cy="716926"/>
          </a:xfrm>
          <a:prstGeom prst="rect">
            <a:avLst/>
          </a:prstGeom>
          <a:noFill/>
          <a:ln/>
        </p:spPr>
        <p:txBody>
          <a:bodyPr wrap="square" lIns="0" tIns="0" rIns="0" bIns="0" rtlCol="0" anchor="t"/>
          <a:lstStyle/>
          <a:p>
            <a:endParaRPr lang="en-US" sz="1300" dirty="0"/>
          </a:p>
          <a:p>
            <a:endParaRPr lang="en-US" sz="1300" dirty="0"/>
          </a:p>
          <a:p>
            <a:endParaRPr lang="en-US" sz="1300" dirty="0"/>
          </a:p>
        </p:txBody>
      </p:sp>
      <p:pic>
        <p:nvPicPr>
          <p:cNvPr id="22" name="Picture 21" descr="p4.png"/>
          <p:cNvPicPr>
            <a:picLocks noChangeAspect="1"/>
          </p:cNvPicPr>
          <p:nvPr/>
        </p:nvPicPr>
        <p:blipFill>
          <a:blip r:embed="rId2"/>
          <a:stretch>
            <a:fillRect/>
          </a:stretch>
        </p:blipFill>
        <p:spPr>
          <a:xfrm>
            <a:off x="4434840" y="2296950"/>
            <a:ext cx="4300000" cy="1406100"/>
          </a:xfrm>
          <a:prstGeom prst="rect">
            <a:avLst/>
          </a:prstGeom>
          <a:ln w="76200">
            <a:solidFill>
              <a:schemeClr val="accent1">
                <a:lumMod val="75000"/>
              </a:schemeClr>
            </a:solid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502920" y="320040"/>
            <a:ext cx="7040880" cy="640080"/>
          </a:xfrm>
          <a:prstGeom prst="rect">
            <a:avLst/>
          </a:prstGeom>
          <a:noFill/>
          <a:ln/>
        </p:spPr>
        <p:txBody>
          <a:bodyPr wrap="square" lIns="0" tIns="0" rIns="0" bIns="0" rtlCol="0" anchor="ctr"/>
          <a:lstStyle/>
          <a:p>
            <a:pPr marL="0" indent="0">
              <a:buNone/>
            </a:pPr>
            <a:r>
              <a:rPr lang="en-US" sz="3000" b="1" dirty="0">
                <a:solidFill>
                  <a:srgbClr val="2E0A4E"/>
                </a:solidFill>
                <a:latin typeface="Oswald" pitchFamily="34" charset="0"/>
                <a:ea typeface="Oswald" pitchFamily="34" charset="-122"/>
                <a:cs typeface="Oswald" pitchFamily="34" charset="-120"/>
              </a:rPr>
              <a:t>Componentes a </a:t>
            </a:r>
            <a:r>
              <a:rPr lang="en-US" sz="3000" b="1" dirty="0" err="1">
                <a:solidFill>
                  <a:srgbClr val="2E0A4E"/>
                </a:solidFill>
                <a:latin typeface="Oswald" pitchFamily="34" charset="0"/>
                <a:ea typeface="Oswald" pitchFamily="34" charset="-122"/>
                <a:cs typeface="Oswald" pitchFamily="34" charset="-120"/>
              </a:rPr>
              <a:t>observar</a:t>
            </a:r>
            <a:r>
              <a:rPr lang="en-US" sz="3000" b="1" dirty="0">
                <a:solidFill>
                  <a:srgbClr val="2E0A4E"/>
                </a:solidFill>
                <a:latin typeface="Oswald" pitchFamily="34" charset="0"/>
                <a:ea typeface="Oswald" pitchFamily="34" charset="-122"/>
                <a:cs typeface="Oswald" pitchFamily="34" charset="-120"/>
              </a:rPr>
              <a:t> en la </a:t>
            </a:r>
            <a:r>
              <a:rPr lang="en-US" sz="3000" b="1" dirty="0" err="1">
                <a:solidFill>
                  <a:srgbClr val="2E0A4E"/>
                </a:solidFill>
                <a:latin typeface="Oswald" pitchFamily="34" charset="0"/>
                <a:ea typeface="Oswald" pitchFamily="34" charset="-122"/>
                <a:cs typeface="Oswald" pitchFamily="34" charset="-120"/>
              </a:rPr>
              <a:t>replicación</a:t>
            </a:r>
            <a:r>
              <a:rPr lang="en-US" sz="3000" b="1" dirty="0">
                <a:solidFill>
                  <a:srgbClr val="2E0A4E"/>
                </a:solidFill>
                <a:latin typeface="Oswald" pitchFamily="34" charset="0"/>
                <a:ea typeface="Oswald" pitchFamily="34" charset="-122"/>
                <a:cs typeface="Oswald" pitchFamily="34" charset="-120"/>
              </a:rPr>
              <a:t> </a:t>
            </a:r>
            <a:endParaRPr lang="en-US" sz="3000" dirty="0"/>
          </a:p>
        </p:txBody>
      </p:sp>
      <p:sp>
        <p:nvSpPr>
          <p:cNvPr id="4" name="Shape 3"/>
          <p:cNvSpPr/>
          <p:nvPr/>
        </p:nvSpPr>
        <p:spPr>
          <a:xfrm>
            <a:off x="502920" y="1188720"/>
            <a:ext cx="3954780" cy="585216"/>
          </a:xfrm>
          <a:prstGeom prst="roundRect">
            <a:avLst>
              <a:gd name="adj" fmla="val 7813"/>
            </a:avLst>
          </a:prstGeom>
          <a:solidFill>
            <a:schemeClr val="accent1">
              <a:lumMod val="20000"/>
              <a:lumOff val="80000"/>
            </a:schemeClr>
          </a:solidFill>
          <a:ln w="12700">
            <a:solidFill>
              <a:srgbClr val="F4ECFB"/>
            </a:solidFill>
            <a:prstDash val="solid"/>
          </a:ln>
        </p:spPr>
        <p:txBody>
          <a:bodyPr/>
          <a:lstStyle/>
          <a:p>
            <a:endParaRPr lang="en-US"/>
          </a:p>
        </p:txBody>
      </p:sp>
      <p:sp>
        <p:nvSpPr>
          <p:cNvPr id="5" name="Text 4"/>
          <p:cNvSpPr txBox="1"/>
          <p:nvPr/>
        </p:nvSpPr>
        <p:spPr>
          <a:xfrm>
            <a:off x="640080" y="1207008"/>
            <a:ext cx="3680460" cy="292608"/>
          </a:xfrm>
          <a:prstGeom prst="rect">
            <a:avLst/>
          </a:prstGeom>
          <a:noFill/>
          <a:ln/>
        </p:spPr>
        <p:txBody>
          <a:bodyPr wrap="square" lIns="0" tIns="0" rIns="0" bIns="0" rtlCol="0" anchor="ctr"/>
          <a:lstStyle/>
          <a:p>
            <a:pPr marL="0" indent="0">
              <a:buNone/>
            </a:pPr>
            <a:r>
              <a:rPr lang="en-US" sz="1050" b="1" dirty="0">
                <a:solidFill>
                  <a:srgbClr val="5A189A"/>
                </a:solidFill>
                <a:latin typeface="Courier New" pitchFamily="34" charset="0"/>
                <a:ea typeface="Courier New" pitchFamily="34" charset="-122"/>
                <a:cs typeface="Courier New" pitchFamily="34" charset="-120"/>
              </a:rPr>
              <a:t>objeto &lt;- valor</a:t>
            </a:r>
            <a:endParaRPr lang="en-US" sz="1050" dirty="0"/>
          </a:p>
        </p:txBody>
      </p:sp>
      <p:sp>
        <p:nvSpPr>
          <p:cNvPr id="6" name="Text 5"/>
          <p:cNvSpPr txBox="1"/>
          <p:nvPr/>
        </p:nvSpPr>
        <p:spPr>
          <a:xfrm>
            <a:off x="640080" y="1469624"/>
            <a:ext cx="3680460" cy="292608"/>
          </a:xfrm>
          <a:prstGeom prst="rect">
            <a:avLst/>
          </a:prstGeom>
          <a:noFill/>
          <a:ln/>
        </p:spPr>
        <p:txBody>
          <a:bodyPr wrap="square" lIns="0" tIns="0" rIns="0" bIns="0" rtlCol="0" anchor="ctr"/>
          <a:lstStyle/>
          <a:p>
            <a:pPr marL="0" indent="0">
              <a:buNone/>
            </a:pPr>
            <a:r>
              <a:rPr lang="en-US" sz="1050" dirty="0">
                <a:solidFill>
                  <a:srgbClr val="2E0A4E"/>
                </a:solidFill>
                <a:latin typeface="Calibri" pitchFamily="34" charset="0"/>
                <a:ea typeface="Calibri" pitchFamily="34" charset="-122"/>
                <a:cs typeface="Calibri" pitchFamily="34" charset="-120"/>
              </a:rPr>
              <a:t>Guarda un valor con un nombre.</a:t>
            </a:r>
            <a:endParaRPr lang="en-US" sz="1050" dirty="0"/>
          </a:p>
        </p:txBody>
      </p:sp>
      <p:sp>
        <p:nvSpPr>
          <p:cNvPr id="7" name="Shape 6"/>
          <p:cNvSpPr/>
          <p:nvPr/>
        </p:nvSpPr>
        <p:spPr>
          <a:xfrm>
            <a:off x="4675751" y="1609344"/>
            <a:ext cx="3954780" cy="585216"/>
          </a:xfrm>
          <a:prstGeom prst="roundRect">
            <a:avLst>
              <a:gd name="adj" fmla="val 7813"/>
            </a:avLst>
          </a:prstGeom>
          <a:solidFill>
            <a:schemeClr val="accent4">
              <a:lumMod val="20000"/>
              <a:lumOff val="80000"/>
            </a:schemeClr>
          </a:solidFill>
          <a:ln w="12700">
            <a:solidFill>
              <a:srgbClr val="F4ECFB"/>
            </a:solidFill>
            <a:prstDash val="solid"/>
          </a:ln>
        </p:spPr>
        <p:txBody>
          <a:bodyPr/>
          <a:lstStyle/>
          <a:p>
            <a:endParaRPr lang="en-US"/>
          </a:p>
        </p:txBody>
      </p:sp>
      <p:sp>
        <p:nvSpPr>
          <p:cNvPr id="8" name="Text 7"/>
          <p:cNvSpPr txBox="1"/>
          <p:nvPr/>
        </p:nvSpPr>
        <p:spPr>
          <a:xfrm>
            <a:off x="4812911" y="1627632"/>
            <a:ext cx="3680460" cy="292608"/>
          </a:xfrm>
          <a:prstGeom prst="rect">
            <a:avLst/>
          </a:prstGeom>
          <a:noFill/>
          <a:ln/>
        </p:spPr>
        <p:txBody>
          <a:bodyPr wrap="square" lIns="0" tIns="0" rIns="0" bIns="0" rtlCol="0" anchor="ctr"/>
          <a:lstStyle/>
          <a:p>
            <a:pPr marL="0" indent="0">
              <a:buNone/>
            </a:pPr>
            <a:r>
              <a:rPr lang="en-US" sz="1050" b="1" dirty="0">
                <a:solidFill>
                  <a:srgbClr val="5A189A"/>
                </a:solidFill>
                <a:latin typeface="Courier New" pitchFamily="34" charset="0"/>
                <a:ea typeface="Courier New" pitchFamily="34" charset="-122"/>
                <a:cs typeface="Courier New" pitchFamily="34" charset="-120"/>
              </a:rPr>
              <a:t>c() y vector[1]</a:t>
            </a:r>
            <a:endParaRPr lang="en-US" sz="1050" dirty="0"/>
          </a:p>
        </p:txBody>
      </p:sp>
      <p:sp>
        <p:nvSpPr>
          <p:cNvPr id="9" name="Text 8"/>
          <p:cNvSpPr txBox="1"/>
          <p:nvPr/>
        </p:nvSpPr>
        <p:spPr>
          <a:xfrm>
            <a:off x="4812911" y="1890248"/>
            <a:ext cx="3680460" cy="292608"/>
          </a:xfrm>
          <a:prstGeom prst="rect">
            <a:avLst/>
          </a:prstGeom>
          <a:noFill/>
          <a:ln/>
        </p:spPr>
        <p:txBody>
          <a:bodyPr wrap="square" lIns="0" tIns="0" rIns="0" bIns="0" rtlCol="0" anchor="ctr"/>
          <a:lstStyle/>
          <a:p>
            <a:pPr marL="0" indent="0">
              <a:buNone/>
            </a:pPr>
            <a:r>
              <a:rPr lang="en-US" sz="1050" dirty="0">
                <a:solidFill>
                  <a:srgbClr val="2E0A4E"/>
                </a:solidFill>
                <a:latin typeface="Calibri" pitchFamily="34" charset="0"/>
                <a:ea typeface="Calibri" pitchFamily="34" charset="-122"/>
                <a:cs typeface="Calibri" pitchFamily="34" charset="-120"/>
              </a:rPr>
              <a:t>Varios valores juntos, y cómo elegir uno.</a:t>
            </a:r>
            <a:endParaRPr lang="en-US" sz="1050" dirty="0"/>
          </a:p>
        </p:txBody>
      </p:sp>
      <p:sp>
        <p:nvSpPr>
          <p:cNvPr id="10" name="Shape 9"/>
          <p:cNvSpPr/>
          <p:nvPr/>
        </p:nvSpPr>
        <p:spPr>
          <a:xfrm>
            <a:off x="502920" y="1847088"/>
            <a:ext cx="3954780" cy="585216"/>
          </a:xfrm>
          <a:prstGeom prst="roundRect">
            <a:avLst>
              <a:gd name="adj" fmla="val 7813"/>
            </a:avLst>
          </a:prstGeom>
          <a:solidFill>
            <a:schemeClr val="accent1">
              <a:lumMod val="20000"/>
              <a:lumOff val="80000"/>
            </a:schemeClr>
          </a:solidFill>
          <a:ln w="12700">
            <a:solidFill>
              <a:srgbClr val="F4ECFB"/>
            </a:solidFill>
            <a:prstDash val="solid"/>
          </a:ln>
        </p:spPr>
        <p:txBody>
          <a:bodyPr/>
          <a:lstStyle/>
          <a:p>
            <a:endParaRPr lang="en-US"/>
          </a:p>
        </p:txBody>
      </p:sp>
      <p:sp>
        <p:nvSpPr>
          <p:cNvPr id="11" name="Text 10"/>
          <p:cNvSpPr txBox="1"/>
          <p:nvPr/>
        </p:nvSpPr>
        <p:spPr>
          <a:xfrm>
            <a:off x="640080" y="1865376"/>
            <a:ext cx="3680460" cy="292608"/>
          </a:xfrm>
          <a:prstGeom prst="rect">
            <a:avLst/>
          </a:prstGeom>
          <a:noFill/>
          <a:ln/>
        </p:spPr>
        <p:txBody>
          <a:bodyPr wrap="square" lIns="0" tIns="0" rIns="0" bIns="0" rtlCol="0" anchor="ctr"/>
          <a:lstStyle/>
          <a:p>
            <a:pPr marL="0" indent="0">
              <a:buNone/>
            </a:pPr>
            <a:r>
              <a:rPr lang="en-US" sz="1050" b="1" dirty="0">
                <a:solidFill>
                  <a:srgbClr val="5A189A"/>
                </a:solidFill>
                <a:latin typeface="Courier New" pitchFamily="34" charset="0"/>
                <a:ea typeface="Courier New" pitchFamily="34" charset="-122"/>
                <a:cs typeface="Courier New" pitchFamily="34" charset="-120"/>
              </a:rPr>
              <a:t>sum(), mean(), paste0()</a:t>
            </a:r>
            <a:endParaRPr lang="en-US" sz="1050" dirty="0"/>
          </a:p>
        </p:txBody>
      </p:sp>
      <p:sp>
        <p:nvSpPr>
          <p:cNvPr id="12" name="Text 11"/>
          <p:cNvSpPr txBox="1"/>
          <p:nvPr/>
        </p:nvSpPr>
        <p:spPr>
          <a:xfrm>
            <a:off x="640080" y="2127992"/>
            <a:ext cx="3680460" cy="292608"/>
          </a:xfrm>
          <a:prstGeom prst="rect">
            <a:avLst/>
          </a:prstGeom>
          <a:noFill/>
          <a:ln/>
        </p:spPr>
        <p:txBody>
          <a:bodyPr wrap="square" lIns="0" tIns="0" rIns="0" bIns="0" rtlCol="0" anchor="ctr"/>
          <a:lstStyle/>
          <a:p>
            <a:pPr marL="0" indent="0">
              <a:buNone/>
            </a:pPr>
            <a:r>
              <a:rPr lang="en-US" sz="1050" dirty="0">
                <a:solidFill>
                  <a:srgbClr val="2E0A4E"/>
                </a:solidFill>
                <a:latin typeface="Calibri" pitchFamily="34" charset="0"/>
                <a:ea typeface="Calibri" pitchFamily="34" charset="-122"/>
                <a:cs typeface="Calibri" pitchFamily="34" charset="-120"/>
              </a:rPr>
              <a:t>Funciones, reciben algo y devuelven un resultado.</a:t>
            </a:r>
            <a:endParaRPr lang="en-US" sz="1050" dirty="0"/>
          </a:p>
        </p:txBody>
      </p:sp>
      <p:sp>
        <p:nvSpPr>
          <p:cNvPr id="13" name="Shape 12"/>
          <p:cNvSpPr/>
          <p:nvPr/>
        </p:nvSpPr>
        <p:spPr>
          <a:xfrm>
            <a:off x="4675751" y="2267712"/>
            <a:ext cx="3954780" cy="585216"/>
          </a:xfrm>
          <a:prstGeom prst="roundRect">
            <a:avLst>
              <a:gd name="adj" fmla="val 7813"/>
            </a:avLst>
          </a:prstGeom>
          <a:solidFill>
            <a:schemeClr val="accent4">
              <a:lumMod val="20000"/>
              <a:lumOff val="80000"/>
            </a:schemeClr>
          </a:solidFill>
          <a:ln w="12700">
            <a:solidFill>
              <a:srgbClr val="F4ECFB"/>
            </a:solidFill>
            <a:prstDash val="solid"/>
          </a:ln>
        </p:spPr>
        <p:txBody>
          <a:bodyPr/>
          <a:lstStyle/>
          <a:p>
            <a:endParaRPr lang="en-US"/>
          </a:p>
        </p:txBody>
      </p:sp>
      <p:sp>
        <p:nvSpPr>
          <p:cNvPr id="14" name="Text 13"/>
          <p:cNvSpPr txBox="1"/>
          <p:nvPr/>
        </p:nvSpPr>
        <p:spPr>
          <a:xfrm>
            <a:off x="4812911" y="2286000"/>
            <a:ext cx="3680460" cy="292608"/>
          </a:xfrm>
          <a:prstGeom prst="rect">
            <a:avLst/>
          </a:prstGeom>
          <a:noFill/>
          <a:ln/>
        </p:spPr>
        <p:txBody>
          <a:bodyPr wrap="square" lIns="0" tIns="0" rIns="0" bIns="0" rtlCol="0" anchor="ctr"/>
          <a:lstStyle/>
          <a:p>
            <a:pPr marL="0" indent="0">
              <a:buNone/>
            </a:pPr>
            <a:r>
              <a:rPr lang="en-US" sz="1050" b="1" dirty="0">
                <a:solidFill>
                  <a:srgbClr val="5A189A"/>
                </a:solidFill>
                <a:latin typeface="Courier New" pitchFamily="34" charset="0"/>
                <a:ea typeface="Courier New" pitchFamily="34" charset="-122"/>
                <a:cs typeface="Courier New" pitchFamily="34" charset="-120"/>
              </a:rPr>
              <a:t>install.packages() y library()</a:t>
            </a:r>
            <a:endParaRPr lang="en-US" sz="1050" dirty="0"/>
          </a:p>
        </p:txBody>
      </p:sp>
      <p:sp>
        <p:nvSpPr>
          <p:cNvPr id="15" name="Text 14"/>
          <p:cNvSpPr txBox="1"/>
          <p:nvPr/>
        </p:nvSpPr>
        <p:spPr>
          <a:xfrm>
            <a:off x="4812911" y="2548616"/>
            <a:ext cx="3680460" cy="292608"/>
          </a:xfrm>
          <a:prstGeom prst="rect">
            <a:avLst/>
          </a:prstGeom>
          <a:noFill/>
          <a:ln/>
        </p:spPr>
        <p:txBody>
          <a:bodyPr wrap="square" lIns="0" tIns="0" rIns="0" bIns="0" rtlCol="0" anchor="ctr"/>
          <a:lstStyle/>
          <a:p>
            <a:pPr marL="0" indent="0">
              <a:buNone/>
            </a:pPr>
            <a:r>
              <a:rPr lang="en-US" sz="1050" dirty="0">
                <a:solidFill>
                  <a:srgbClr val="2E0A4E"/>
                </a:solidFill>
                <a:latin typeface="Calibri" pitchFamily="34" charset="0"/>
                <a:ea typeface="Calibri" pitchFamily="34" charset="-122"/>
                <a:cs typeface="Calibri" pitchFamily="34" charset="-120"/>
              </a:rPr>
              <a:t>Instalar una vez, activar cada vez.</a:t>
            </a:r>
            <a:endParaRPr lang="en-US" sz="1050" dirty="0"/>
          </a:p>
        </p:txBody>
      </p:sp>
      <p:sp>
        <p:nvSpPr>
          <p:cNvPr id="16" name="Shape 15"/>
          <p:cNvSpPr/>
          <p:nvPr/>
        </p:nvSpPr>
        <p:spPr>
          <a:xfrm>
            <a:off x="502920" y="2505456"/>
            <a:ext cx="3954780" cy="585216"/>
          </a:xfrm>
          <a:prstGeom prst="roundRect">
            <a:avLst>
              <a:gd name="adj" fmla="val 7813"/>
            </a:avLst>
          </a:prstGeom>
          <a:solidFill>
            <a:schemeClr val="accent1">
              <a:lumMod val="20000"/>
              <a:lumOff val="80000"/>
            </a:schemeClr>
          </a:solidFill>
          <a:ln w="12700">
            <a:solidFill>
              <a:srgbClr val="F4ECFB"/>
            </a:solidFill>
            <a:prstDash val="solid"/>
          </a:ln>
        </p:spPr>
        <p:txBody>
          <a:bodyPr/>
          <a:lstStyle/>
          <a:p>
            <a:endParaRPr lang="en-US"/>
          </a:p>
        </p:txBody>
      </p:sp>
      <p:sp>
        <p:nvSpPr>
          <p:cNvPr id="17" name="Text 16"/>
          <p:cNvSpPr txBox="1"/>
          <p:nvPr/>
        </p:nvSpPr>
        <p:spPr>
          <a:xfrm>
            <a:off x="640080" y="2523744"/>
            <a:ext cx="3680460" cy="292608"/>
          </a:xfrm>
          <a:prstGeom prst="rect">
            <a:avLst/>
          </a:prstGeom>
          <a:noFill/>
          <a:ln/>
        </p:spPr>
        <p:txBody>
          <a:bodyPr wrap="square" lIns="0" tIns="0" rIns="0" bIns="0" rtlCol="0" anchor="ctr"/>
          <a:lstStyle/>
          <a:p>
            <a:pPr marL="0" indent="0">
              <a:buNone/>
            </a:pPr>
            <a:r>
              <a:rPr lang="en-US" sz="1050" b="1" dirty="0">
                <a:solidFill>
                  <a:srgbClr val="5A189A"/>
                </a:solidFill>
                <a:latin typeface="Courier New" pitchFamily="34" charset="0"/>
                <a:ea typeface="Courier New" pitchFamily="34" charset="-122"/>
                <a:cs typeface="Courier New" pitchFamily="34" charset="-120"/>
              </a:rPr>
              <a:t>getwd() y read.csv()</a:t>
            </a:r>
            <a:endParaRPr lang="en-US" sz="1050" dirty="0"/>
          </a:p>
        </p:txBody>
      </p:sp>
      <p:sp>
        <p:nvSpPr>
          <p:cNvPr id="18" name="Text 17"/>
          <p:cNvSpPr txBox="1"/>
          <p:nvPr/>
        </p:nvSpPr>
        <p:spPr>
          <a:xfrm>
            <a:off x="640080" y="2786360"/>
            <a:ext cx="3680460" cy="292608"/>
          </a:xfrm>
          <a:prstGeom prst="rect">
            <a:avLst/>
          </a:prstGeom>
          <a:noFill/>
          <a:ln/>
        </p:spPr>
        <p:txBody>
          <a:bodyPr wrap="square" lIns="0" tIns="0" rIns="0" bIns="0" rtlCol="0" anchor="ctr"/>
          <a:lstStyle/>
          <a:p>
            <a:pPr marL="0" indent="0">
              <a:buNone/>
            </a:pPr>
            <a:r>
              <a:rPr lang="en-US" sz="1050" dirty="0">
                <a:solidFill>
                  <a:srgbClr val="2E0A4E"/>
                </a:solidFill>
                <a:latin typeface="Calibri" pitchFamily="34" charset="0"/>
                <a:ea typeface="Calibri" pitchFamily="34" charset="-122"/>
                <a:cs typeface="Calibri" pitchFamily="34" charset="-120"/>
              </a:rPr>
              <a:t>Dónde está parado R y cómo lee un CSV.</a:t>
            </a:r>
            <a:endParaRPr lang="en-US" sz="1050" dirty="0"/>
          </a:p>
        </p:txBody>
      </p:sp>
      <p:sp>
        <p:nvSpPr>
          <p:cNvPr id="19" name="Shape 18"/>
          <p:cNvSpPr/>
          <p:nvPr/>
        </p:nvSpPr>
        <p:spPr>
          <a:xfrm>
            <a:off x="4675751" y="2926080"/>
            <a:ext cx="3954780" cy="585216"/>
          </a:xfrm>
          <a:prstGeom prst="roundRect">
            <a:avLst>
              <a:gd name="adj" fmla="val 7813"/>
            </a:avLst>
          </a:prstGeom>
          <a:solidFill>
            <a:schemeClr val="accent4">
              <a:lumMod val="20000"/>
              <a:lumOff val="80000"/>
            </a:schemeClr>
          </a:solidFill>
          <a:ln w="12700">
            <a:solidFill>
              <a:srgbClr val="F4ECFB"/>
            </a:solidFill>
            <a:prstDash val="solid"/>
          </a:ln>
        </p:spPr>
        <p:txBody>
          <a:bodyPr/>
          <a:lstStyle/>
          <a:p>
            <a:endParaRPr lang="en-US"/>
          </a:p>
        </p:txBody>
      </p:sp>
      <p:sp>
        <p:nvSpPr>
          <p:cNvPr id="20" name="Text 19"/>
          <p:cNvSpPr txBox="1"/>
          <p:nvPr/>
        </p:nvSpPr>
        <p:spPr>
          <a:xfrm>
            <a:off x="4812911" y="2944368"/>
            <a:ext cx="3680460" cy="292608"/>
          </a:xfrm>
          <a:prstGeom prst="rect">
            <a:avLst/>
          </a:prstGeom>
          <a:noFill/>
          <a:ln/>
        </p:spPr>
        <p:txBody>
          <a:bodyPr wrap="square" lIns="0" tIns="0" rIns="0" bIns="0" rtlCol="0" anchor="ctr"/>
          <a:lstStyle/>
          <a:p>
            <a:pPr marL="0" indent="0">
              <a:buNone/>
            </a:pPr>
            <a:r>
              <a:rPr lang="en-US" sz="1050" b="1" dirty="0">
                <a:solidFill>
                  <a:srgbClr val="5A189A"/>
                </a:solidFill>
                <a:latin typeface="Courier New" pitchFamily="34" charset="0"/>
                <a:ea typeface="Courier New" pitchFamily="34" charset="-122"/>
                <a:cs typeface="Courier New" pitchFamily="34" charset="-120"/>
              </a:rPr>
              <a:t>datos$columna y datos[filas, columnas]</a:t>
            </a:r>
            <a:endParaRPr lang="en-US" sz="1050" dirty="0"/>
          </a:p>
        </p:txBody>
      </p:sp>
      <p:sp>
        <p:nvSpPr>
          <p:cNvPr id="21" name="Text 20"/>
          <p:cNvSpPr txBox="1"/>
          <p:nvPr/>
        </p:nvSpPr>
        <p:spPr>
          <a:xfrm>
            <a:off x="4812911" y="3206984"/>
            <a:ext cx="3680460" cy="292608"/>
          </a:xfrm>
          <a:prstGeom prst="rect">
            <a:avLst/>
          </a:prstGeom>
          <a:noFill/>
          <a:ln/>
        </p:spPr>
        <p:txBody>
          <a:bodyPr wrap="square" lIns="0" tIns="0" rIns="0" bIns="0" rtlCol="0" anchor="ctr"/>
          <a:lstStyle/>
          <a:p>
            <a:pPr marL="0" indent="0">
              <a:buNone/>
            </a:pPr>
            <a:r>
              <a:rPr lang="en-US" sz="1050" dirty="0">
                <a:solidFill>
                  <a:srgbClr val="2E0A4E"/>
                </a:solidFill>
                <a:latin typeface="Calibri" pitchFamily="34" charset="0"/>
                <a:ea typeface="Calibri" pitchFamily="34" charset="-122"/>
                <a:cs typeface="Calibri" pitchFamily="34" charset="-120"/>
              </a:rPr>
              <a:t>Elegir partes de un data frame.</a:t>
            </a:r>
            <a:endParaRPr lang="en-US" sz="1050" dirty="0"/>
          </a:p>
        </p:txBody>
      </p:sp>
      <p:sp>
        <p:nvSpPr>
          <p:cNvPr id="22" name="Shape 21"/>
          <p:cNvSpPr/>
          <p:nvPr/>
        </p:nvSpPr>
        <p:spPr>
          <a:xfrm>
            <a:off x="502920" y="3163824"/>
            <a:ext cx="3954780" cy="585216"/>
          </a:xfrm>
          <a:prstGeom prst="roundRect">
            <a:avLst>
              <a:gd name="adj" fmla="val 7813"/>
            </a:avLst>
          </a:prstGeom>
          <a:solidFill>
            <a:schemeClr val="accent1">
              <a:lumMod val="20000"/>
              <a:lumOff val="80000"/>
            </a:schemeClr>
          </a:solidFill>
          <a:ln w="12700">
            <a:solidFill>
              <a:srgbClr val="F4ECFB"/>
            </a:solidFill>
            <a:prstDash val="solid"/>
          </a:ln>
        </p:spPr>
        <p:txBody>
          <a:bodyPr/>
          <a:lstStyle/>
          <a:p>
            <a:endParaRPr lang="en-US"/>
          </a:p>
        </p:txBody>
      </p:sp>
      <p:sp>
        <p:nvSpPr>
          <p:cNvPr id="23" name="Text 22"/>
          <p:cNvSpPr txBox="1"/>
          <p:nvPr/>
        </p:nvSpPr>
        <p:spPr>
          <a:xfrm>
            <a:off x="640080" y="3182112"/>
            <a:ext cx="3680460" cy="292608"/>
          </a:xfrm>
          <a:prstGeom prst="rect">
            <a:avLst/>
          </a:prstGeom>
          <a:noFill/>
          <a:ln/>
        </p:spPr>
        <p:txBody>
          <a:bodyPr wrap="square" lIns="0" tIns="0" rIns="0" bIns="0" rtlCol="0" anchor="ctr"/>
          <a:lstStyle/>
          <a:p>
            <a:pPr marL="0" indent="0">
              <a:buNone/>
            </a:pPr>
            <a:r>
              <a:rPr lang="en-US" sz="1050" b="1" dirty="0">
                <a:solidFill>
                  <a:srgbClr val="5A189A"/>
                </a:solidFill>
                <a:latin typeface="Courier New" pitchFamily="34" charset="0"/>
                <a:ea typeface="Courier New" pitchFamily="34" charset="-122"/>
                <a:cs typeface="Courier New" pitchFamily="34" charset="-120"/>
              </a:rPr>
              <a:t>ui, server y shinyApp()</a:t>
            </a:r>
            <a:endParaRPr lang="en-US" sz="1050" dirty="0"/>
          </a:p>
        </p:txBody>
      </p:sp>
      <p:sp>
        <p:nvSpPr>
          <p:cNvPr id="24" name="Text 23"/>
          <p:cNvSpPr txBox="1"/>
          <p:nvPr/>
        </p:nvSpPr>
        <p:spPr>
          <a:xfrm>
            <a:off x="640080" y="3444728"/>
            <a:ext cx="3680460" cy="292608"/>
          </a:xfrm>
          <a:prstGeom prst="rect">
            <a:avLst/>
          </a:prstGeom>
          <a:noFill/>
          <a:ln/>
        </p:spPr>
        <p:txBody>
          <a:bodyPr wrap="square" lIns="0" tIns="0" rIns="0" bIns="0" rtlCol="0" anchor="ctr"/>
          <a:lstStyle/>
          <a:p>
            <a:pPr marL="0" indent="0">
              <a:buNone/>
            </a:pPr>
            <a:r>
              <a:rPr lang="en-US" sz="1050" dirty="0">
                <a:solidFill>
                  <a:srgbClr val="2E0A4E"/>
                </a:solidFill>
                <a:latin typeface="Calibri" pitchFamily="34" charset="0"/>
                <a:ea typeface="Calibri" pitchFamily="34" charset="-122"/>
                <a:cs typeface="Calibri" pitchFamily="34" charset="-120"/>
              </a:rPr>
              <a:t>Las tres piezas de toda app de Shiny.</a:t>
            </a:r>
            <a:endParaRPr lang="en-US" sz="1050" dirty="0"/>
          </a:p>
        </p:txBody>
      </p:sp>
      <p:sp>
        <p:nvSpPr>
          <p:cNvPr id="25" name="Shape 18"/>
          <p:cNvSpPr/>
          <p:nvPr/>
        </p:nvSpPr>
        <p:spPr>
          <a:xfrm>
            <a:off x="4675751" y="3584448"/>
            <a:ext cx="3954780" cy="585216"/>
          </a:xfrm>
          <a:prstGeom prst="roundRect">
            <a:avLst>
              <a:gd name="adj" fmla="val 7813"/>
            </a:avLst>
          </a:prstGeom>
          <a:solidFill>
            <a:schemeClr val="accent4">
              <a:lumMod val="20000"/>
              <a:lumOff val="80000"/>
            </a:schemeClr>
          </a:solidFill>
          <a:ln w="12700">
            <a:solidFill>
              <a:srgbClr val="F4ECFB"/>
            </a:solidFill>
            <a:prstDash val="solid"/>
          </a:ln>
        </p:spPr>
        <p:txBody>
          <a:bodyPr/>
          <a:lstStyle/>
          <a:p>
            <a:endParaRPr lang="en-US"/>
          </a:p>
        </p:txBody>
      </p:sp>
      <p:sp>
        <p:nvSpPr>
          <p:cNvPr id="26" name="Text 19"/>
          <p:cNvSpPr txBox="1"/>
          <p:nvPr/>
        </p:nvSpPr>
        <p:spPr>
          <a:xfrm>
            <a:off x="4812911" y="3602736"/>
            <a:ext cx="3680460" cy="292608"/>
          </a:xfrm>
          <a:prstGeom prst="rect">
            <a:avLst/>
          </a:prstGeom>
          <a:noFill/>
          <a:ln/>
        </p:spPr>
        <p:txBody>
          <a:bodyPr wrap="square" lIns="0" tIns="0" rIns="0" bIns="0" rtlCol="0" anchor="ctr"/>
          <a:lstStyle/>
          <a:p>
            <a:pPr marL="0" indent="0">
              <a:buNone/>
            </a:pPr>
            <a:r>
              <a:rPr lang="en-US" sz="1050" b="1" dirty="0">
                <a:solidFill>
                  <a:srgbClr val="5A189A"/>
                </a:solidFill>
                <a:latin typeface="Courier New" pitchFamily="34" charset="0"/>
                <a:ea typeface="Courier New" pitchFamily="34" charset="-122"/>
                <a:cs typeface="Courier New" pitchFamily="34" charset="-120"/>
              </a:rPr>
              <a:t>tableOutput() y renderTable()</a:t>
            </a:r>
            <a:endParaRPr lang="en-US" sz="1050" dirty="0"/>
          </a:p>
        </p:txBody>
      </p:sp>
      <p:sp>
        <p:nvSpPr>
          <p:cNvPr id="27" name="Text 20"/>
          <p:cNvSpPr txBox="1"/>
          <p:nvPr/>
        </p:nvSpPr>
        <p:spPr>
          <a:xfrm>
            <a:off x="4812911" y="3865352"/>
            <a:ext cx="3680460" cy="292608"/>
          </a:xfrm>
          <a:prstGeom prst="rect">
            <a:avLst/>
          </a:prstGeom>
          <a:noFill/>
          <a:ln/>
        </p:spPr>
        <p:txBody>
          <a:bodyPr wrap="square" lIns="0" tIns="0" rIns="0" bIns="0" rtlCol="0" anchor="ctr"/>
          <a:lstStyle/>
          <a:p>
            <a:pPr marL="0" indent="0">
              <a:buNone/>
            </a:pPr>
            <a:r>
              <a:rPr lang="en-US" sz="1050" dirty="0">
                <a:solidFill>
                  <a:srgbClr val="2E0A4E"/>
                </a:solidFill>
                <a:latin typeface="Calibri" pitchFamily="34" charset="0"/>
                <a:ea typeface="Calibri" pitchFamily="34" charset="-122"/>
                <a:cs typeface="Calibri" pitchFamily="34" charset="-120"/>
              </a:rPr>
              <a:t>Un espacio en la ui y lo que lo rellena.</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5FBCF84-BF0C-00DD-1115-ECF03D12DDA6}"/>
              </a:ext>
            </a:extLst>
          </p:cNvPr>
          <p:cNvSpPr txBox="1"/>
          <p:nvPr/>
        </p:nvSpPr>
        <p:spPr>
          <a:xfrm>
            <a:off x="502920" y="320040"/>
            <a:ext cx="7040880" cy="640080"/>
          </a:xfrm>
          <a:prstGeom prst="rect">
            <a:avLst/>
          </a:prstGeom>
          <a:noFill/>
          <a:ln/>
        </p:spPr>
        <p:txBody>
          <a:bodyPr wrap="square" lIns="0" tIns="0" rIns="0" bIns="0" rtlCol="0" anchor="ctr"/>
          <a:lstStyle/>
          <a:p>
            <a:pPr marL="0" indent="0">
              <a:buNone/>
            </a:pPr>
            <a:r>
              <a:rPr lang="en-US" sz="3000" b="1" dirty="0" err="1">
                <a:solidFill>
                  <a:srgbClr val="2E0A4E"/>
                </a:solidFill>
                <a:latin typeface="Oswald" pitchFamily="34" charset="0"/>
                <a:ea typeface="Oswald" pitchFamily="34" charset="-122"/>
                <a:cs typeface="Oswald" pitchFamily="34" charset="-120"/>
              </a:rPr>
              <a:t>Desafío</a:t>
            </a:r>
            <a:endParaRPr lang="en-US" sz="3000" dirty="0"/>
          </a:p>
        </p:txBody>
      </p:sp>
      <p:sp>
        <p:nvSpPr>
          <p:cNvPr id="11" name="Shape 9">
            <a:extLst>
              <a:ext uri="{FF2B5EF4-FFF2-40B4-BE49-F238E27FC236}">
                <a16:creationId xmlns:a16="http://schemas.microsoft.com/office/drawing/2014/main" id="{1E4D2BBF-BB0F-7CF4-3842-6325D6A2CD35}"/>
              </a:ext>
            </a:extLst>
          </p:cNvPr>
          <p:cNvSpPr/>
          <p:nvPr/>
        </p:nvSpPr>
        <p:spPr>
          <a:xfrm>
            <a:off x="439616" y="1188720"/>
            <a:ext cx="2560320" cy="1463040"/>
          </a:xfrm>
          <a:prstGeom prst="roundRect">
            <a:avLst>
              <a:gd name="adj" fmla="val 2143"/>
            </a:avLst>
          </a:prstGeom>
          <a:solidFill>
            <a:srgbClr val="5A189A"/>
          </a:solidFill>
          <a:ln w="12700">
            <a:solidFill>
              <a:srgbClr val="5A189A"/>
            </a:solidFill>
            <a:prstDash val="solid"/>
          </a:ln>
        </p:spPr>
        <p:txBody>
          <a:bodyPr/>
          <a:lstStyle/>
          <a:p>
            <a:endParaRPr lang="en-US"/>
          </a:p>
        </p:txBody>
      </p:sp>
      <p:sp>
        <p:nvSpPr>
          <p:cNvPr id="12" name="Text 10">
            <a:extLst>
              <a:ext uri="{FF2B5EF4-FFF2-40B4-BE49-F238E27FC236}">
                <a16:creationId xmlns:a16="http://schemas.microsoft.com/office/drawing/2014/main" id="{57EA7703-08D4-E6C4-4FDB-5B08F7881055}"/>
              </a:ext>
            </a:extLst>
          </p:cNvPr>
          <p:cNvSpPr txBox="1"/>
          <p:nvPr/>
        </p:nvSpPr>
        <p:spPr>
          <a:xfrm>
            <a:off x="668216" y="1256068"/>
            <a:ext cx="2103120" cy="502920"/>
          </a:xfrm>
          <a:prstGeom prst="rect">
            <a:avLst/>
          </a:prstGeom>
          <a:noFill/>
          <a:ln/>
        </p:spPr>
        <p:txBody>
          <a:bodyPr wrap="square" lIns="0" tIns="0" rIns="0" bIns="0" rtlCol="0" anchor="ctr"/>
          <a:lstStyle/>
          <a:p>
            <a:pPr marL="0" indent="0">
              <a:buNone/>
            </a:pPr>
            <a:r>
              <a:rPr lang="en-US" sz="1600" b="1" dirty="0">
                <a:solidFill>
                  <a:srgbClr val="FFFFFF"/>
                </a:solidFill>
                <a:latin typeface="Oswald" pitchFamily="34" charset="0"/>
                <a:ea typeface="Oswald" pitchFamily="34" charset="-122"/>
                <a:cs typeface="Oswald" pitchFamily="34" charset="-120"/>
              </a:rPr>
              <a:t>OPCIONAL</a:t>
            </a:r>
            <a:endParaRPr lang="en-US" sz="1600" dirty="0"/>
          </a:p>
        </p:txBody>
      </p:sp>
      <p:sp>
        <p:nvSpPr>
          <p:cNvPr id="13" name="Text 11">
            <a:extLst>
              <a:ext uri="{FF2B5EF4-FFF2-40B4-BE49-F238E27FC236}">
                <a16:creationId xmlns:a16="http://schemas.microsoft.com/office/drawing/2014/main" id="{83082800-1689-F508-4C9C-8E0187A18BDD}"/>
              </a:ext>
            </a:extLst>
          </p:cNvPr>
          <p:cNvSpPr txBox="1"/>
          <p:nvPr/>
        </p:nvSpPr>
        <p:spPr>
          <a:xfrm>
            <a:off x="668216" y="1734572"/>
            <a:ext cx="2103120" cy="716926"/>
          </a:xfrm>
          <a:prstGeom prst="rect">
            <a:avLst/>
          </a:prstGeom>
          <a:noFill/>
          <a:ln/>
        </p:spPr>
        <p:txBody>
          <a:bodyPr wrap="square" lIns="0" tIns="0" rIns="0" bIns="0" rtlCol="0" anchor="t"/>
          <a:lstStyle/>
          <a:p>
            <a:r>
              <a:rPr lang="es-ES" sz="1400" dirty="0">
                <a:solidFill>
                  <a:schemeClr val="bg1"/>
                </a:solidFill>
                <a:latin typeface="Calibri" pitchFamily="34" charset="0"/>
                <a:ea typeface="Calibri" pitchFamily="34" charset="-122"/>
                <a:cs typeface="Calibri" pitchFamily="34" charset="-120"/>
              </a:rPr>
              <a:t>GitHub, tu repositorio</a:t>
            </a:r>
            <a:endParaRPr lang="en-US" sz="1300" dirty="0"/>
          </a:p>
        </p:txBody>
      </p:sp>
      <p:sp>
        <p:nvSpPr>
          <p:cNvPr id="15" name="Shape 9">
            <a:extLst>
              <a:ext uri="{FF2B5EF4-FFF2-40B4-BE49-F238E27FC236}">
                <a16:creationId xmlns:a16="http://schemas.microsoft.com/office/drawing/2014/main" id="{E750D06A-626A-4348-CA99-CE04C627A232}"/>
              </a:ext>
            </a:extLst>
          </p:cNvPr>
          <p:cNvSpPr/>
          <p:nvPr/>
        </p:nvSpPr>
        <p:spPr>
          <a:xfrm>
            <a:off x="439615" y="2719107"/>
            <a:ext cx="3773659" cy="2281957"/>
          </a:xfrm>
          <a:prstGeom prst="roundRect">
            <a:avLst>
              <a:gd name="adj" fmla="val 2143"/>
            </a:avLst>
          </a:prstGeom>
          <a:solidFill>
            <a:schemeClr val="accent1">
              <a:lumMod val="75000"/>
            </a:schemeClr>
          </a:solidFill>
          <a:ln w="12700">
            <a:solidFill>
              <a:schemeClr val="accent1">
                <a:lumMod val="75000"/>
              </a:schemeClr>
            </a:solidFill>
            <a:prstDash val="solid"/>
          </a:ln>
        </p:spPr>
        <p:txBody>
          <a:bodyPr/>
          <a:lstStyle/>
          <a:p>
            <a:endParaRPr lang="en-US"/>
          </a:p>
        </p:txBody>
      </p:sp>
      <p:sp>
        <p:nvSpPr>
          <p:cNvPr id="17" name="Text 11">
            <a:extLst>
              <a:ext uri="{FF2B5EF4-FFF2-40B4-BE49-F238E27FC236}">
                <a16:creationId xmlns:a16="http://schemas.microsoft.com/office/drawing/2014/main" id="{F3440954-5CFF-06C7-8641-E2E38BA6F847}"/>
              </a:ext>
            </a:extLst>
          </p:cNvPr>
          <p:cNvSpPr txBox="1"/>
          <p:nvPr/>
        </p:nvSpPr>
        <p:spPr>
          <a:xfrm>
            <a:off x="668216" y="2899117"/>
            <a:ext cx="3369212" cy="716926"/>
          </a:xfrm>
          <a:prstGeom prst="rect">
            <a:avLst/>
          </a:prstGeom>
          <a:noFill/>
          <a:ln/>
        </p:spPr>
        <p:txBody>
          <a:bodyPr wrap="square" lIns="0" tIns="0" rIns="0" bIns="0" rtlCol="0" anchor="t"/>
          <a:lstStyle/>
          <a:p>
            <a:r>
              <a:rPr lang="es-ES" sz="1400" b="1" dirty="0">
                <a:solidFill>
                  <a:schemeClr val="bg1"/>
                </a:solidFill>
                <a:latin typeface="Calibri" pitchFamily="34" charset="0"/>
                <a:ea typeface="Calibri" pitchFamily="34" charset="-122"/>
                <a:cs typeface="Calibri" pitchFamily="34" charset="-120"/>
              </a:rPr>
              <a:t>Git guarda versiones de tu código y GitHub las guarda en la web. Es opcional, el curso se hace completo sin GitHub.</a:t>
            </a:r>
          </a:p>
          <a:p>
            <a:endParaRPr lang="es-ES" sz="1400" b="1" dirty="0">
              <a:solidFill>
                <a:schemeClr val="bg1"/>
              </a:solidFill>
              <a:latin typeface="Calibri" pitchFamily="34" charset="0"/>
              <a:ea typeface="Calibri" pitchFamily="34" charset="-122"/>
              <a:cs typeface="Calibri" pitchFamily="34" charset="-120"/>
            </a:endParaRPr>
          </a:p>
          <a:p>
            <a:r>
              <a:rPr lang="es-ES" sz="1400" b="1" dirty="0">
                <a:solidFill>
                  <a:schemeClr val="bg1"/>
                </a:solidFill>
                <a:latin typeface="Calibri" pitchFamily="34" charset="0"/>
                <a:ea typeface="Calibri" pitchFamily="34" charset="-122"/>
                <a:cs typeface="Calibri" pitchFamily="34" charset="-120"/>
              </a:rPr>
              <a:t>Instalá Git, creá una cuenta y un repositorio nuevo. En RStudio, </a:t>
            </a:r>
            <a:r>
              <a:rPr lang="es-ES" sz="1400" b="1" i="1" dirty="0">
                <a:solidFill>
                  <a:schemeClr val="bg1"/>
                </a:solidFill>
                <a:latin typeface="Calibri" pitchFamily="34" charset="0"/>
                <a:ea typeface="Calibri" pitchFamily="34" charset="-122"/>
                <a:cs typeface="Calibri" pitchFamily="34" charset="-120"/>
              </a:rPr>
              <a:t>File, New Project, Version Control, Git</a:t>
            </a:r>
            <a:r>
              <a:rPr lang="es-ES" sz="1400" b="1" dirty="0">
                <a:solidFill>
                  <a:schemeClr val="bg1"/>
                </a:solidFill>
                <a:latin typeface="Calibri" pitchFamily="34" charset="0"/>
                <a:ea typeface="Calibri" pitchFamily="34" charset="-122"/>
                <a:cs typeface="Calibri" pitchFamily="34" charset="-120"/>
              </a:rPr>
              <a:t> y pegá su dirección. Queda abierto como un proyecto.</a:t>
            </a:r>
          </a:p>
        </p:txBody>
      </p:sp>
      <p:pic>
        <p:nvPicPr>
          <p:cNvPr id="18" name="Picture 17" descr="cap2.png"/>
          <p:cNvPicPr>
            <a:picLocks noChangeAspect="1"/>
          </p:cNvPicPr>
          <p:nvPr/>
        </p:nvPicPr>
        <p:blipFill>
          <a:blip r:embed="rId2"/>
          <a:stretch>
            <a:fillRect/>
          </a:stretch>
        </p:blipFill>
        <p:spPr>
          <a:xfrm>
            <a:off x="4546204" y="1188720"/>
            <a:ext cx="4257831" cy="3100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5FBCF84-BF0C-00DD-1115-ECF03D12DDA6}"/>
              </a:ext>
            </a:extLst>
          </p:cNvPr>
          <p:cNvSpPr txBox="1"/>
          <p:nvPr/>
        </p:nvSpPr>
        <p:spPr>
          <a:xfrm>
            <a:off x="502920" y="320040"/>
            <a:ext cx="7040880" cy="640080"/>
          </a:xfrm>
          <a:prstGeom prst="rect">
            <a:avLst/>
          </a:prstGeom>
          <a:noFill/>
          <a:ln/>
        </p:spPr>
        <p:txBody>
          <a:bodyPr wrap="square" lIns="0" tIns="0" rIns="0" bIns="0" rtlCol="0" anchor="ctr"/>
          <a:lstStyle/>
          <a:p>
            <a:pPr marL="0" indent="0">
              <a:buNone/>
            </a:pPr>
            <a:r>
              <a:rPr lang="en-US" sz="3000" b="1" dirty="0" err="1">
                <a:solidFill>
                  <a:srgbClr val="2E0A4E"/>
                </a:solidFill>
                <a:latin typeface="Oswald" pitchFamily="34" charset="0"/>
                <a:ea typeface="Oswald" pitchFamily="34" charset="-122"/>
                <a:cs typeface="Oswald" pitchFamily="34" charset="-120"/>
              </a:rPr>
              <a:t>Desafío</a:t>
            </a:r>
            <a:endParaRPr lang="en-US" sz="3000" dirty="0"/>
          </a:p>
        </p:txBody>
      </p:sp>
      <p:sp>
        <p:nvSpPr>
          <p:cNvPr id="11" name="Shape 9">
            <a:extLst>
              <a:ext uri="{FF2B5EF4-FFF2-40B4-BE49-F238E27FC236}">
                <a16:creationId xmlns:a16="http://schemas.microsoft.com/office/drawing/2014/main" id="{1E4D2BBF-BB0F-7CF4-3842-6325D6A2CD35}"/>
              </a:ext>
            </a:extLst>
          </p:cNvPr>
          <p:cNvSpPr/>
          <p:nvPr/>
        </p:nvSpPr>
        <p:spPr>
          <a:xfrm>
            <a:off x="439616" y="1188720"/>
            <a:ext cx="2560320" cy="1463040"/>
          </a:xfrm>
          <a:prstGeom prst="roundRect">
            <a:avLst>
              <a:gd name="adj" fmla="val 2143"/>
            </a:avLst>
          </a:prstGeom>
          <a:solidFill>
            <a:srgbClr val="5A189A"/>
          </a:solidFill>
          <a:ln w="12700">
            <a:solidFill>
              <a:srgbClr val="5A189A"/>
            </a:solidFill>
            <a:prstDash val="solid"/>
          </a:ln>
        </p:spPr>
        <p:txBody>
          <a:bodyPr/>
          <a:lstStyle/>
          <a:p>
            <a:endParaRPr lang="en-US"/>
          </a:p>
        </p:txBody>
      </p:sp>
      <p:sp>
        <p:nvSpPr>
          <p:cNvPr id="12" name="Text 10">
            <a:extLst>
              <a:ext uri="{FF2B5EF4-FFF2-40B4-BE49-F238E27FC236}">
                <a16:creationId xmlns:a16="http://schemas.microsoft.com/office/drawing/2014/main" id="{57EA7703-08D4-E6C4-4FDB-5B08F7881055}"/>
              </a:ext>
            </a:extLst>
          </p:cNvPr>
          <p:cNvSpPr txBox="1"/>
          <p:nvPr/>
        </p:nvSpPr>
        <p:spPr>
          <a:xfrm>
            <a:off x="668216" y="1256068"/>
            <a:ext cx="2103120" cy="502920"/>
          </a:xfrm>
          <a:prstGeom prst="rect">
            <a:avLst/>
          </a:prstGeom>
          <a:noFill/>
          <a:ln/>
        </p:spPr>
        <p:txBody>
          <a:bodyPr wrap="square" lIns="0" tIns="0" rIns="0" bIns="0" rtlCol="0" anchor="ctr"/>
          <a:lstStyle/>
          <a:p>
            <a:pPr marL="0" indent="0">
              <a:buNone/>
            </a:pPr>
            <a:r>
              <a:rPr lang="en-US" sz="1600" b="1" dirty="0">
                <a:solidFill>
                  <a:srgbClr val="FFFFFF"/>
                </a:solidFill>
                <a:latin typeface="Oswald" pitchFamily="34" charset="0"/>
                <a:ea typeface="Oswald" pitchFamily="34" charset="-122"/>
                <a:cs typeface="Oswald" pitchFamily="34" charset="-120"/>
              </a:rPr>
              <a:t>OPCIONAL</a:t>
            </a:r>
            <a:endParaRPr lang="en-US" sz="1600" dirty="0"/>
          </a:p>
        </p:txBody>
      </p:sp>
      <p:sp>
        <p:nvSpPr>
          <p:cNvPr id="13" name="Text 11">
            <a:extLst>
              <a:ext uri="{FF2B5EF4-FFF2-40B4-BE49-F238E27FC236}">
                <a16:creationId xmlns:a16="http://schemas.microsoft.com/office/drawing/2014/main" id="{83082800-1689-F508-4C9C-8E0187A18BDD}"/>
              </a:ext>
            </a:extLst>
          </p:cNvPr>
          <p:cNvSpPr txBox="1"/>
          <p:nvPr/>
        </p:nvSpPr>
        <p:spPr>
          <a:xfrm>
            <a:off x="668216" y="1734572"/>
            <a:ext cx="2103120" cy="716926"/>
          </a:xfrm>
          <a:prstGeom prst="rect">
            <a:avLst/>
          </a:prstGeom>
          <a:noFill/>
          <a:ln/>
        </p:spPr>
        <p:txBody>
          <a:bodyPr wrap="square" lIns="0" tIns="0" rIns="0" bIns="0" rtlCol="0" anchor="t"/>
          <a:lstStyle/>
          <a:p>
            <a:r>
              <a:rPr lang="es-ES" sz="1400" dirty="0">
                <a:solidFill>
                  <a:schemeClr val="bg1"/>
                </a:solidFill>
                <a:latin typeface="Calibri" pitchFamily="34" charset="0"/>
                <a:ea typeface="Calibri" pitchFamily="34" charset="-122"/>
                <a:cs typeface="Calibri" pitchFamily="34" charset="-120"/>
              </a:rPr>
              <a:t>Guardar y subir cambios</a:t>
            </a:r>
            <a:endParaRPr lang="en-US" sz="1300" dirty="0"/>
          </a:p>
        </p:txBody>
      </p:sp>
      <p:sp>
        <p:nvSpPr>
          <p:cNvPr id="15" name="Shape 9">
            <a:extLst>
              <a:ext uri="{FF2B5EF4-FFF2-40B4-BE49-F238E27FC236}">
                <a16:creationId xmlns:a16="http://schemas.microsoft.com/office/drawing/2014/main" id="{E750D06A-626A-4348-CA99-CE04C627A232}"/>
              </a:ext>
            </a:extLst>
          </p:cNvPr>
          <p:cNvSpPr/>
          <p:nvPr/>
        </p:nvSpPr>
        <p:spPr>
          <a:xfrm>
            <a:off x="439615" y="2719107"/>
            <a:ext cx="3773659" cy="2281957"/>
          </a:xfrm>
          <a:prstGeom prst="roundRect">
            <a:avLst>
              <a:gd name="adj" fmla="val 2143"/>
            </a:avLst>
          </a:prstGeom>
          <a:solidFill>
            <a:schemeClr val="accent1">
              <a:lumMod val="75000"/>
            </a:schemeClr>
          </a:solidFill>
          <a:ln w="12700">
            <a:solidFill>
              <a:schemeClr val="accent1">
                <a:lumMod val="75000"/>
              </a:schemeClr>
            </a:solidFill>
            <a:prstDash val="solid"/>
          </a:ln>
        </p:spPr>
        <p:txBody>
          <a:bodyPr/>
          <a:lstStyle/>
          <a:p>
            <a:endParaRPr lang="en-US"/>
          </a:p>
        </p:txBody>
      </p:sp>
      <p:sp>
        <p:nvSpPr>
          <p:cNvPr id="17" name="Text 11">
            <a:extLst>
              <a:ext uri="{FF2B5EF4-FFF2-40B4-BE49-F238E27FC236}">
                <a16:creationId xmlns:a16="http://schemas.microsoft.com/office/drawing/2014/main" id="{F3440954-5CFF-06C7-8641-E2E38BA6F847}"/>
              </a:ext>
            </a:extLst>
          </p:cNvPr>
          <p:cNvSpPr txBox="1"/>
          <p:nvPr/>
        </p:nvSpPr>
        <p:spPr>
          <a:xfrm>
            <a:off x="668216" y="2899117"/>
            <a:ext cx="3369212" cy="716926"/>
          </a:xfrm>
          <a:prstGeom prst="rect">
            <a:avLst/>
          </a:prstGeom>
          <a:noFill/>
          <a:ln/>
        </p:spPr>
        <p:txBody>
          <a:bodyPr wrap="square" lIns="0" tIns="0" rIns="0" bIns="0" rtlCol="0" anchor="t"/>
          <a:lstStyle/>
          <a:p>
            <a:r>
              <a:rPr lang="es-ES" sz="1400" b="1" dirty="0">
                <a:solidFill>
                  <a:schemeClr val="bg1"/>
                </a:solidFill>
                <a:latin typeface="Calibri" pitchFamily="34" charset="0"/>
                <a:ea typeface="Calibri" pitchFamily="34" charset="-122"/>
                <a:cs typeface="Calibri" pitchFamily="34" charset="-120"/>
              </a:rPr>
              <a:t>Copiá a tu proyecto la carpeta </a:t>
            </a:r>
            <a:r>
              <a:rPr lang="es-ES" sz="1400" b="1" i="1" dirty="0">
                <a:solidFill>
                  <a:schemeClr val="bg1"/>
                </a:solidFill>
                <a:latin typeface="Calibri" pitchFamily="34" charset="0"/>
                <a:ea typeface="Calibri" pitchFamily="34" charset="-122"/>
                <a:cs typeface="Calibri" pitchFamily="34" charset="-120"/>
              </a:rPr>
              <a:t>datos/</a:t>
            </a:r>
            <a:r>
              <a:rPr lang="es-ES" sz="1400" b="1" dirty="0">
                <a:solidFill>
                  <a:schemeClr val="bg1"/>
                </a:solidFill>
                <a:latin typeface="Calibri" pitchFamily="34" charset="0"/>
                <a:ea typeface="Calibri" pitchFamily="34" charset="-122"/>
                <a:cs typeface="Calibri" pitchFamily="34" charset="-120"/>
              </a:rPr>
              <a:t> y la de la clase en la que trabajás, y hacé los cambios ahí. Así </a:t>
            </a:r>
            <a:r>
              <a:rPr lang="es-ES" sz="1400" b="1" i="1" dirty="0">
                <a:solidFill>
                  <a:schemeClr val="bg1"/>
                </a:solidFill>
                <a:latin typeface="Calibri" pitchFamily="34" charset="0"/>
                <a:ea typeface="Calibri" pitchFamily="34" charset="-122"/>
                <a:cs typeface="Calibri" pitchFamily="34" charset="-120"/>
              </a:rPr>
              <a:t>../datos/</a:t>
            </a:r>
            <a:r>
              <a:rPr lang="es-ES" sz="1400" b="1" dirty="0">
                <a:solidFill>
                  <a:schemeClr val="bg1"/>
                </a:solidFill>
                <a:latin typeface="Calibri" pitchFamily="34" charset="0"/>
                <a:ea typeface="Calibri" pitchFamily="34" charset="-122"/>
                <a:cs typeface="Calibri" pitchFamily="34" charset="-120"/>
              </a:rPr>
              <a:t> sigue funcionando.</a:t>
            </a:r>
          </a:p>
          <a:p>
            <a:endParaRPr lang="es-ES" sz="1400" b="1" dirty="0">
              <a:solidFill>
                <a:schemeClr val="bg1"/>
              </a:solidFill>
              <a:latin typeface="Calibri" pitchFamily="34" charset="0"/>
              <a:ea typeface="Calibri" pitchFamily="34" charset="-122"/>
              <a:cs typeface="Calibri" pitchFamily="34" charset="-120"/>
            </a:endParaRPr>
          </a:p>
          <a:p>
            <a:r>
              <a:rPr lang="es-ES" sz="1400" b="1" dirty="0">
                <a:solidFill>
                  <a:schemeClr val="bg1"/>
                </a:solidFill>
                <a:latin typeface="Calibri" pitchFamily="34" charset="0"/>
                <a:ea typeface="Calibri" pitchFamily="34" charset="-122"/>
                <a:cs typeface="Calibri" pitchFamily="34" charset="-120"/>
              </a:rPr>
              <a:t>En la pestaña </a:t>
            </a:r>
            <a:r>
              <a:rPr lang="es-ES" sz="1400" b="1" i="1" dirty="0">
                <a:solidFill>
                  <a:schemeClr val="bg1"/>
                </a:solidFill>
                <a:latin typeface="Calibri" pitchFamily="34" charset="0"/>
                <a:ea typeface="Calibri" pitchFamily="34" charset="-122"/>
                <a:cs typeface="Calibri" pitchFamily="34" charset="-120"/>
              </a:rPr>
              <a:t>Git</a:t>
            </a:r>
            <a:r>
              <a:rPr lang="es-ES" sz="1400" b="1" dirty="0">
                <a:solidFill>
                  <a:schemeClr val="bg1"/>
                </a:solidFill>
                <a:latin typeface="Calibri" pitchFamily="34" charset="0"/>
                <a:ea typeface="Calibri" pitchFamily="34" charset="-122"/>
                <a:cs typeface="Calibri" pitchFamily="34" charset="-120"/>
              </a:rPr>
              <a:t>, marcá los archivos, </a:t>
            </a:r>
            <a:r>
              <a:rPr lang="es-ES" sz="1400" b="1" i="1" dirty="0">
                <a:solidFill>
                  <a:schemeClr val="bg1"/>
                </a:solidFill>
                <a:latin typeface="Calibri" pitchFamily="34" charset="0"/>
                <a:ea typeface="Calibri" pitchFamily="34" charset="-122"/>
                <a:cs typeface="Calibri" pitchFamily="34" charset="-120"/>
              </a:rPr>
              <a:t>Commit</a:t>
            </a:r>
            <a:r>
              <a:rPr lang="es-ES" sz="1400" b="1" dirty="0">
                <a:solidFill>
                  <a:schemeClr val="bg1"/>
                </a:solidFill>
                <a:latin typeface="Calibri" pitchFamily="34" charset="0"/>
                <a:ea typeface="Calibri" pitchFamily="34" charset="-122"/>
                <a:cs typeface="Calibri" pitchFamily="34" charset="-120"/>
              </a:rPr>
              <a:t> con un mensaje corto y </a:t>
            </a:r>
            <a:r>
              <a:rPr lang="es-ES" sz="1400" b="1" i="1" dirty="0">
                <a:solidFill>
                  <a:schemeClr val="bg1"/>
                </a:solidFill>
                <a:latin typeface="Calibri" pitchFamily="34" charset="0"/>
                <a:ea typeface="Calibri" pitchFamily="34" charset="-122"/>
                <a:cs typeface="Calibri" pitchFamily="34" charset="-120"/>
              </a:rPr>
              <a:t>Push</a:t>
            </a:r>
            <a:r>
              <a:rPr lang="es-ES" sz="1400" b="1" dirty="0">
                <a:solidFill>
                  <a:schemeClr val="bg1"/>
                </a:solidFill>
                <a:latin typeface="Calibri" pitchFamily="34" charset="0"/>
                <a:ea typeface="Calibri" pitchFamily="34" charset="-122"/>
                <a:cs typeface="Calibri" pitchFamily="34" charset="-120"/>
              </a:rPr>
              <a:t>. Conviene hacerlo al terminar cada clase.</a:t>
            </a:r>
          </a:p>
        </p:txBody>
      </p:sp>
      <p:pic>
        <p:nvPicPr>
          <p:cNvPr id="18" name="Picture 17" descr="cap3.png"/>
          <p:cNvPicPr>
            <a:picLocks noChangeAspect="1"/>
          </p:cNvPicPr>
          <p:nvPr/>
        </p:nvPicPr>
        <p:blipFill>
          <a:blip r:embed="rId2"/>
          <a:stretch>
            <a:fillRect/>
          </a:stretch>
        </p:blipFill>
        <p:spPr>
          <a:xfrm>
            <a:off x="4434840" y="1956145"/>
            <a:ext cx="4480560" cy="152838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E0A4E"/>
        </a:solidFill>
        <a:effectLst/>
      </p:bgPr>
    </p:bg>
    <p:spTree>
      <p:nvGrpSpPr>
        <p:cNvPr id="1" name=""/>
        <p:cNvGrpSpPr/>
        <p:nvPr/>
      </p:nvGrpSpPr>
      <p:grpSpPr>
        <a:xfrm>
          <a:off x="0" y="0"/>
          <a:ext cx="0" cy="0"/>
          <a:chOff x="0" y="0"/>
          <a:chExt cx="0" cy="0"/>
        </a:xfrm>
      </p:grpSpPr>
      <p:sp>
        <p:nvSpPr>
          <p:cNvPr id="3" name="Text 1"/>
          <p:cNvSpPr txBox="1"/>
          <p:nvPr/>
        </p:nvSpPr>
        <p:spPr>
          <a:xfrm>
            <a:off x="861646" y="327074"/>
            <a:ext cx="7315200" cy="1463040"/>
          </a:xfrm>
          <a:prstGeom prst="rect">
            <a:avLst/>
          </a:prstGeom>
          <a:noFill/>
          <a:ln/>
        </p:spPr>
        <p:txBody>
          <a:bodyPr wrap="square" lIns="0" tIns="0" rIns="0" bIns="0" rtlCol="0" anchor="t"/>
          <a:lstStyle/>
          <a:p>
            <a:pPr marL="0" indent="0">
              <a:buNone/>
            </a:pPr>
            <a:r>
              <a:rPr lang="en-US" sz="3000" b="1" dirty="0" err="1">
                <a:solidFill>
                  <a:srgbClr val="FFFFFF"/>
                </a:solidFill>
                <a:latin typeface="Oswald" pitchFamily="34" charset="0"/>
                <a:ea typeface="Oswald" pitchFamily="34" charset="-122"/>
                <a:cs typeface="Oswald" pitchFamily="34" charset="-120"/>
              </a:rPr>
              <a:t>Próxima clase, la primera interacción.</a:t>
            </a:r>
            <a:endParaRPr lang="en-US" sz="3000" dirty="0"/>
          </a:p>
        </p:txBody>
      </p:sp>
      <p:sp>
        <p:nvSpPr>
          <p:cNvPr id="6" name="Text 0">
            <a:extLst>
              <a:ext uri="{FF2B5EF4-FFF2-40B4-BE49-F238E27FC236}">
                <a16:creationId xmlns:a16="http://schemas.microsoft.com/office/drawing/2014/main" id="{5DEF2027-0747-FA2E-1227-2DA6BFBD4726}"/>
              </a:ext>
            </a:extLst>
          </p:cNvPr>
          <p:cNvSpPr txBox="1"/>
          <p:nvPr/>
        </p:nvSpPr>
        <p:spPr>
          <a:xfrm>
            <a:off x="777240" y="1470074"/>
            <a:ext cx="7040880" cy="640080"/>
          </a:xfrm>
          <a:prstGeom prst="rect">
            <a:avLst/>
          </a:prstGeom>
          <a:noFill/>
          <a:ln/>
        </p:spPr>
        <p:txBody>
          <a:bodyPr wrap="square" lIns="0" tIns="0" rIns="0" bIns="0" rtlCol="0" anchor="ctr"/>
          <a:lstStyle/>
          <a:p>
            <a:pPr marL="0" indent="0">
              <a:buNone/>
            </a:pPr>
            <a:r>
              <a:rPr lang="en-US" sz="3000" b="1" dirty="0">
                <a:solidFill>
                  <a:schemeClr val="bg1"/>
                </a:solidFill>
                <a:latin typeface="Oswald" pitchFamily="34" charset="0"/>
                <a:ea typeface="Oswald" pitchFamily="34" charset="-122"/>
                <a:cs typeface="Oswald" pitchFamily="34" charset="-120"/>
              </a:rPr>
              <a:t>Ejercicio propuesto</a:t>
            </a:r>
            <a:endParaRPr lang="en-US" sz="3000" dirty="0">
              <a:solidFill>
                <a:schemeClr val="bg1"/>
              </a:solidFill>
            </a:endParaRPr>
          </a:p>
        </p:txBody>
      </p:sp>
      <p:sp>
        <p:nvSpPr>
          <p:cNvPr id="8" name="Shape 3">
            <a:extLst>
              <a:ext uri="{FF2B5EF4-FFF2-40B4-BE49-F238E27FC236}">
                <a16:creationId xmlns:a16="http://schemas.microsoft.com/office/drawing/2014/main" id="{B76805F3-EB20-5347-6375-5560CC710DE1}"/>
              </a:ext>
            </a:extLst>
          </p:cNvPr>
          <p:cNvSpPr/>
          <p:nvPr/>
        </p:nvSpPr>
        <p:spPr>
          <a:xfrm>
            <a:off x="946053" y="2198334"/>
            <a:ext cx="6756009" cy="1670025"/>
          </a:xfrm>
          <a:prstGeom prst="roundRect">
            <a:avLst>
              <a:gd name="adj" fmla="val 2727"/>
            </a:avLst>
          </a:prstGeom>
          <a:solidFill>
            <a:srgbClr val="F4ECFB"/>
          </a:solidFill>
          <a:ln w="12700">
            <a:solidFill>
              <a:srgbClr val="F4ECFB"/>
            </a:solidFill>
            <a:prstDash val="solid"/>
          </a:ln>
        </p:spPr>
        <p:txBody>
          <a:bodyPr/>
          <a:lstStyle/>
          <a:p>
            <a:endParaRPr lang="en-US"/>
          </a:p>
        </p:txBody>
      </p:sp>
      <p:sp>
        <p:nvSpPr>
          <p:cNvPr id="10" name="Text 4">
            <a:extLst>
              <a:ext uri="{FF2B5EF4-FFF2-40B4-BE49-F238E27FC236}">
                <a16:creationId xmlns:a16="http://schemas.microsoft.com/office/drawing/2014/main" id="{B7E35F91-C4B0-63AC-AA54-9A7227871712}"/>
              </a:ext>
            </a:extLst>
          </p:cNvPr>
          <p:cNvSpPr txBox="1"/>
          <p:nvPr/>
        </p:nvSpPr>
        <p:spPr>
          <a:xfrm>
            <a:off x="1311813" y="2381214"/>
            <a:ext cx="6148727" cy="1366384"/>
          </a:xfrm>
          <a:prstGeom prst="rect">
            <a:avLst/>
          </a:prstGeom>
          <a:noFill/>
          <a:ln/>
        </p:spPr>
        <p:txBody>
          <a:bodyPr wrap="square" lIns="0" tIns="0" rIns="0" bIns="0" rtlCol="0" anchor="ctr"/>
          <a:lstStyle/>
          <a:p>
            <a:pPr marL="0" indent="0">
              <a:buNone/>
            </a:pPr>
            <a:r>
              <a:rPr lang="en-US" sz="1700" dirty="0">
                <a:solidFill>
                  <a:srgbClr val="2E0A4E"/>
                </a:solidFill>
                <a:latin typeface="Calibri" pitchFamily="34" charset="0"/>
                <a:ea typeface="Calibri" pitchFamily="34" charset="-122"/>
                <a:cs typeface="Calibri" pitchFamily="34" charset="-120"/>
              </a:rPr>
              <a:t>Cambiá TITULO en la zona de pruebas y agregá un p() con tu nombre. Después corré primeros_pasos.R de punta a punta. Si tomás el desafío opcional, subí tu clase1 a tu repositorio.</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8">
    <p:bg>
      <p:bgPr>
        <a:solidFill>
          <a:srgbClr val="2E0A4E"/>
        </a:solidFill>
        <a:effectLst/>
      </p:bgPr>
    </p:bg>
    <p:spTree>
      <p:nvGrpSpPr>
        <p:cNvPr id="1" name=""/>
        <p:cNvGrpSpPr/>
        <p:nvPr/>
      </p:nvGrpSpPr>
      <p:grpSpPr>
        <a:xfrm>
          <a:off x="0" y="0"/>
          <a:ext cx="0" cy="0"/>
          <a:chOff x="0" y="0"/>
          <a:chExt cx="0" cy="0"/>
        </a:xfrm>
      </p:grpSpPr>
      <p:sp>
        <p:nvSpPr>
          <p:cNvPr id="3" name="Text 1"/>
          <p:cNvSpPr txBox="1"/>
          <p:nvPr/>
        </p:nvSpPr>
        <p:spPr>
          <a:xfrm>
            <a:off x="960120" y="845820"/>
            <a:ext cx="7315200" cy="1463040"/>
          </a:xfrm>
          <a:prstGeom prst="rect">
            <a:avLst/>
          </a:prstGeom>
          <a:noFill/>
          <a:ln/>
        </p:spPr>
        <p:txBody>
          <a:bodyPr wrap="square" lIns="0" tIns="0" rIns="0" bIns="0" rtlCol="0" anchor="t"/>
          <a:lstStyle/>
          <a:p>
            <a:pPr marL="0" indent="0">
              <a:buNone/>
            </a:pPr>
            <a:r>
              <a:rPr lang="es-UY" sz="3000" noProof="0" dirty="0">
                <a:solidFill>
                  <a:srgbClr val="FFFFFF"/>
                </a:solidFill>
                <a:latin typeface="Oswald" pitchFamily="34" charset="0"/>
                <a:ea typeface="Oswald" pitchFamily="34" charset="-122"/>
                <a:cs typeface="Oswald" pitchFamily="34" charset="-120"/>
              </a:rPr>
              <a:t>Antes de la próxima clase.</a:t>
            </a:r>
          </a:p>
          <a:p>
            <a:pPr marL="0" indent="0">
              <a:buNone/>
            </a:pPr>
            <a:endParaRPr lang="es-UY" sz="3000" dirty="0">
              <a:solidFill>
                <a:srgbClr val="FFFFFF"/>
              </a:solidFill>
              <a:latin typeface="Oswald" pitchFamily="34" charset="0"/>
            </a:endParaRPr>
          </a:p>
          <a:p>
            <a:pPr marL="0" indent="0">
              <a:buNone/>
            </a:pPr>
            <a:r>
              <a:rPr lang="es-UY" sz="3000" noProof="0" dirty="0">
                <a:solidFill>
                  <a:srgbClr val="FFFFFF"/>
                </a:solidFill>
                <a:latin typeface="Oswald" pitchFamily="34" charset="0"/>
              </a:rPr>
              <a:t>-Correr primeros_pasos.R completo</a:t>
            </a:r>
          </a:p>
          <a:p>
            <a:pPr marL="0" indent="0">
              <a:buNone/>
            </a:pPr>
            <a:r>
              <a:rPr lang="es-UY" sz="3000" dirty="0">
                <a:solidFill>
                  <a:srgbClr val="FFFFFF"/>
                </a:solidFill>
                <a:latin typeface="Oswald" pitchFamily="34" charset="0"/>
              </a:rPr>
              <a:t>-Tener R, RStudio y paquetes listos</a:t>
            </a:r>
          </a:p>
          <a:p>
            <a:pPr marL="0" indent="0">
              <a:buNone/>
            </a:pPr>
            <a:r>
              <a:rPr lang="es-UY" sz="3000" dirty="0">
                <a:solidFill>
                  <a:srgbClr val="FFFFFF"/>
                </a:solidFill>
                <a:latin typeface="Oswald" pitchFamily="34" charset="0"/>
              </a:rPr>
              <a:t>-Opcional, crear tu repo en GitHub</a:t>
            </a:r>
          </a:p>
          <a:p>
            <a:pPr marL="0" indent="0">
              <a:buNone/>
            </a:pPr>
            <a:r>
              <a:rPr lang="es-UY" sz="3000" b="1" noProof="0" dirty="0">
                <a:solidFill>
                  <a:srgbClr val="FFFFFF"/>
                </a:solidFill>
                <a:latin typeface="Oswald" pitchFamily="34" charset="0"/>
              </a:rPr>
              <a:t>-</a:t>
            </a:r>
            <a:r>
              <a:rPr lang="es-UY" sz="3000" b="1" dirty="0">
                <a:solidFill>
                  <a:srgbClr val="FFFFFF"/>
                </a:solidFill>
                <a:latin typeface="Oswald" pitchFamily="34" charset="0"/>
              </a:rPr>
              <a:t>Hacer formulario de diagnóstico:</a:t>
            </a:r>
          </a:p>
          <a:p>
            <a:pPr marL="0" indent="0">
              <a:buNone/>
            </a:pPr>
            <a:endParaRPr lang="es-UY" sz="3000" b="1" noProof="0" dirty="0">
              <a:solidFill>
                <a:srgbClr val="FFFFFF"/>
              </a:solidFill>
              <a:latin typeface="Oswald" pitchFamily="34" charset="0"/>
            </a:endParaRPr>
          </a:p>
          <a:p>
            <a:r>
              <a:rPr lang="es-UY" sz="3000" b="1" dirty="0">
                <a:solidFill>
                  <a:schemeClr val="bg1"/>
                </a:solidFill>
                <a:hlinkClick r:id="rId3"/>
              </a:rPr>
              <a:t>https://forms.gle/fBNWZZm4eD2N7DDw9</a:t>
            </a:r>
            <a:endParaRPr lang="es-UY" sz="3000" b="1" noProof="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TotalTime>
  <Words>2023</Words>
  <Application>Microsoft Office PowerPoint</Application>
  <PresentationFormat>On-screen Show (16:9)</PresentationFormat>
  <Paragraphs>206</Paragraphs>
  <Slides>24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Courier New</vt:lpstr>
      <vt:lpstr>Oswald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1 · Presentación del curso</dc:title>
  <dc:subject>PptxGenJS Presentation</dc:subject>
  <dc:creator>Curso Shiny · Udelar</dc:creator>
  <cp:lastModifiedBy>Nahuel Roel</cp:lastModifiedBy>
  <cp:revision>1</cp:revision>
  <dcterms:created xsi:type="dcterms:W3CDTF">2026-09-24T02:10:08Z</dcterms:created>
  <dcterms:modified xsi:type="dcterms:W3CDTF">2026-10-23T22:03:39Z</dcterms:modified>
</cp:coreProperties>
</file>