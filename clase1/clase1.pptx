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4" r:id="rId6"/>
    <p:sldId id="261" r:id="rId7"/>
    <p:sldId id="267" r:id="rId8"/>
    <p:sldId id="268" r:id="rId9"/>
    <p:sldId id="269" r:id="rId10"/>
    <p:sldId id="270" r:id="rId11"/>
    <p:sldId id="271" r:id="rId12"/>
    <p:sldId id="263"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8BD29D-6A75-433E-8BD7-266EC3CDB597}" v="49" dt="2026-09-26T23:59:05.5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09-27T00:02:14.478" v="3872" actId="20577"/>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del">
          <ac:chgData name="Nahuel Roel" userId="f57eb92d7f62e27b" providerId="LiveId" clId="{1698397B-2804-4513-BF38-7951CB4798F0}" dt="2026-09-26T17:30:44.743" v="0" actId="478"/>
          <ac:spMkLst>
            <pc:docMk/>
            <pc:sldMk cId="0" sldId="256"/>
            <ac:spMk id="5"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mod">
          <ac:chgData name="Nahuel Roel" userId="f57eb92d7f62e27b" providerId="LiveId" clId="{1698397B-2804-4513-BF38-7951CB4798F0}" dt="2026-09-26T17:37:39.692" v="251" actId="790"/>
          <ac:spMkLst>
            <pc:docMk/>
            <pc:sldMk cId="0" sldId="257"/>
            <ac:spMk id="2" creationId="{00000000-0000-0000-0000-000000000000}"/>
          </ac:spMkLst>
        </pc:spChg>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23:59:49.058" v="3657"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spChg chg="del">
          <ac:chgData name="Nahuel Roel" userId="f57eb92d7f62e27b" providerId="LiveId" clId="{1698397B-2804-4513-BF38-7951CB4798F0}" dt="2026-09-26T17:35:02.031" v="155" actId="478"/>
          <ac:spMkLst>
            <pc:docMk/>
            <pc:sldMk cId="0" sldId="258"/>
            <ac:spMk id="3" creationId="{00000000-0000-0000-0000-000000000000}"/>
          </ac:spMkLst>
        </pc:spChg>
        <pc:spChg chg="del">
          <ac:chgData name="Nahuel Roel" userId="f57eb92d7f62e27b" providerId="LiveId" clId="{1698397B-2804-4513-BF38-7951CB4798F0}" dt="2026-09-26T17:36:37.309" v="219" actId="478"/>
          <ac:spMkLst>
            <pc:docMk/>
            <pc:sldMk cId="0" sldId="258"/>
            <ac:spMk id="4" creationId="{00000000-0000-0000-0000-000000000000}"/>
          </ac:spMkLst>
        </pc:spChg>
        <pc:graphicFrameChg chg="mod modGraphic">
          <ac:chgData name="Nahuel Roel" userId="f57eb92d7f62e27b" providerId="LiveId" clId="{1698397B-2804-4513-BF38-7951CB4798F0}" dt="2026-09-26T23:59:49.058" v="3657"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del">
          <ac:chgData name="Nahuel Roel" userId="f57eb92d7f62e27b" providerId="LiveId" clId="{1698397B-2804-4513-BF38-7951CB4798F0}" dt="2026-09-26T17:36:42.132" v="220" actId="478"/>
          <ac:spMkLst>
            <pc:docMk/>
            <pc:sldMk cId="0" sldId="259"/>
            <ac:spMk id="3" creationId="{00000000-0000-0000-0000-000000000000}"/>
          </ac:spMkLst>
        </pc:spChg>
        <pc:spChg chg="del">
          <ac:chgData name="Nahuel Roel" userId="f57eb92d7f62e27b" providerId="LiveId" clId="{1698397B-2804-4513-BF38-7951CB4798F0}" dt="2026-09-26T17:47:51.879" v="1826" actId="478"/>
          <ac:spMkLst>
            <pc:docMk/>
            <pc:sldMk cId="0" sldId="259"/>
            <ac:spMk id="4"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modSp del mod">
        <pc:chgData name="Nahuel Roel" userId="f57eb92d7f62e27b" providerId="LiveId" clId="{1698397B-2804-4513-BF38-7951CB4798F0}" dt="2026-09-26T18:09:02.897" v="2859" actId="47"/>
        <pc:sldMkLst>
          <pc:docMk/>
          <pc:sldMk cId="0" sldId="260"/>
        </pc:sldMkLst>
        <pc:spChg chg="mod">
          <ac:chgData name="Nahuel Roel" userId="f57eb92d7f62e27b" providerId="LiveId" clId="{1698397B-2804-4513-BF38-7951CB4798F0}" dt="2026-09-26T17:37:39.692" v="251" actId="790"/>
          <ac:spMkLst>
            <pc:docMk/>
            <pc:sldMk cId="0" sldId="260"/>
            <ac:spMk id="2" creationId="{00000000-0000-0000-0000-000000000000}"/>
          </ac:spMkLst>
        </pc:spChg>
        <pc:spChg chg="mod">
          <ac:chgData name="Nahuel Roel" userId="f57eb92d7f62e27b" providerId="LiveId" clId="{1698397B-2804-4513-BF38-7951CB4798F0}" dt="2026-09-26T17:37:39.692" v="251" actId="790"/>
          <ac:spMkLst>
            <pc:docMk/>
            <pc:sldMk cId="0" sldId="260"/>
            <ac:spMk id="4" creationId="{00000000-0000-0000-0000-000000000000}"/>
          </ac:spMkLst>
        </pc:spChg>
        <pc:spChg chg="mod">
          <ac:chgData name="Nahuel Roel" userId="f57eb92d7f62e27b" providerId="LiveId" clId="{1698397B-2804-4513-BF38-7951CB4798F0}" dt="2026-09-26T17:37:39.692" v="251" actId="790"/>
          <ac:spMkLst>
            <pc:docMk/>
            <pc:sldMk cId="0" sldId="260"/>
            <ac:spMk id="5" creationId="{00000000-0000-0000-0000-000000000000}"/>
          </ac:spMkLst>
        </pc:spChg>
        <pc:spChg chg="mod">
          <ac:chgData name="Nahuel Roel" userId="f57eb92d7f62e27b" providerId="LiveId" clId="{1698397B-2804-4513-BF38-7951CB4798F0}" dt="2026-09-26T17:37:39.692" v="251" actId="790"/>
          <ac:spMkLst>
            <pc:docMk/>
            <pc:sldMk cId="0" sldId="260"/>
            <ac:spMk id="6" creationId="{00000000-0000-0000-0000-000000000000}"/>
          </ac:spMkLst>
        </pc:spChg>
        <pc:spChg chg="mod">
          <ac:chgData name="Nahuel Roel" userId="f57eb92d7f62e27b" providerId="LiveId" clId="{1698397B-2804-4513-BF38-7951CB4798F0}" dt="2026-09-26T17:37:39.692" v="251" actId="790"/>
          <ac:spMkLst>
            <pc:docMk/>
            <pc:sldMk cId="0" sldId="260"/>
            <ac:spMk id="7" creationId="{00000000-0000-0000-0000-000000000000}"/>
          </ac:spMkLst>
        </pc:spChg>
        <pc:spChg chg="mod">
          <ac:chgData name="Nahuel Roel" userId="f57eb92d7f62e27b" providerId="LiveId" clId="{1698397B-2804-4513-BF38-7951CB4798F0}" dt="2026-09-26T17:37:39.692" v="251" actId="790"/>
          <ac:spMkLst>
            <pc:docMk/>
            <pc:sldMk cId="0" sldId="260"/>
            <ac:spMk id="8" creationId="{00000000-0000-0000-0000-000000000000}"/>
          </ac:spMkLst>
        </pc:spChg>
        <pc:spChg chg="mod">
          <ac:chgData name="Nahuel Roel" userId="f57eb92d7f62e27b" providerId="LiveId" clId="{1698397B-2804-4513-BF38-7951CB4798F0}" dt="2026-09-26T17:37:39.692" v="251" actId="790"/>
          <ac:spMkLst>
            <pc:docMk/>
            <pc:sldMk cId="0" sldId="260"/>
            <ac:spMk id="18" creationId="{00000000-0000-0000-0000-000000000000}"/>
          </ac:spMkLst>
        </pc:spChg>
        <pc:spChg chg="mod">
          <ac:chgData name="Nahuel Roel" userId="f57eb92d7f62e27b" providerId="LiveId" clId="{1698397B-2804-4513-BF38-7951CB4798F0}" dt="2026-09-26T17:37:39.692" v="251" actId="790"/>
          <ac:spMkLst>
            <pc:docMk/>
            <pc:sldMk cId="0" sldId="260"/>
            <ac:spMk id="19" creationId="{00000000-0000-0000-0000-000000000000}"/>
          </ac:spMkLst>
        </pc:spChg>
        <pc:spChg chg="mod">
          <ac:chgData name="Nahuel Roel" userId="f57eb92d7f62e27b" providerId="LiveId" clId="{1698397B-2804-4513-BF38-7951CB4798F0}" dt="2026-09-26T17:37:39.692" v="251" actId="790"/>
          <ac:spMkLst>
            <pc:docMk/>
            <pc:sldMk cId="0" sldId="260"/>
            <ac:spMk id="21" creationId="{00000000-0000-0000-0000-000000000000}"/>
          </ac:spMkLst>
        </pc:spChg>
        <pc:spChg chg="mod">
          <ac:chgData name="Nahuel Roel" userId="f57eb92d7f62e27b" providerId="LiveId" clId="{1698397B-2804-4513-BF38-7951CB4798F0}" dt="2026-09-26T17:37:39.692" v="251" actId="790"/>
          <ac:spMkLst>
            <pc:docMk/>
            <pc:sldMk cId="0" sldId="260"/>
            <ac:spMk id="28" creationId="{00000000-0000-0000-0000-000000000000}"/>
          </ac:spMkLst>
        </pc:spChg>
      </pc:sldChg>
      <pc:sldChg chg="delSp modSp mod ord">
        <pc:chgData name="Nahuel Roel" userId="f57eb92d7f62e27b" providerId="LiveId" clId="{1698397B-2804-4513-BF38-7951CB4798F0}" dt="2026-09-26T17:55:17.751" v="2593" actId="20577"/>
        <pc:sldMkLst>
          <pc:docMk/>
          <pc:sldMk cId="0" sldId="261"/>
        </pc:sldMkLst>
        <pc:spChg chg="mod">
          <ac:chgData name="Nahuel Roel" userId="f57eb92d7f62e27b" providerId="LiveId" clId="{1698397B-2804-4513-BF38-7951CB4798F0}" dt="2026-09-26T17:51:54.137" v="2538" actId="20577"/>
          <ac:spMkLst>
            <pc:docMk/>
            <pc:sldMk cId="0" sldId="261"/>
            <ac:spMk id="2" creationId="{00000000-0000-0000-0000-000000000000}"/>
          </ac:spMkLst>
        </pc:spChg>
        <pc:spChg chg="del mod">
          <ac:chgData name="Nahuel Roel" userId="f57eb92d7f62e27b" providerId="LiveId" clId="{1698397B-2804-4513-BF38-7951CB4798F0}" dt="2026-09-26T17:50:22.409" v="2372" actId="478"/>
          <ac:spMkLst>
            <pc:docMk/>
            <pc:sldMk cId="0" sldId="261"/>
            <ac:spMk id="3" creationId="{00000000-0000-0000-0000-000000000000}"/>
          </ac:spMkLst>
        </pc:spChg>
        <pc:spChg chg="mod">
          <ac:chgData name="Nahuel Roel" userId="f57eb92d7f62e27b" providerId="LiveId" clId="{1698397B-2804-4513-BF38-7951CB4798F0}" dt="2026-09-26T17:37:39.692" v="251" actId="790"/>
          <ac:spMkLst>
            <pc:docMk/>
            <pc:sldMk cId="0" sldId="261"/>
            <ac:spMk id="4" creationId="{00000000-0000-0000-0000-000000000000}"/>
          </ac:spMkLst>
        </pc:spChg>
        <pc:spChg chg="mod">
          <ac:chgData name="Nahuel Roel" userId="f57eb92d7f62e27b" providerId="LiveId" clId="{1698397B-2804-4513-BF38-7951CB4798F0}" dt="2026-09-26T17:37:39.692" v="251" actId="790"/>
          <ac:spMkLst>
            <pc:docMk/>
            <pc:sldMk cId="0" sldId="261"/>
            <ac:spMk id="5" creationId="{00000000-0000-0000-0000-000000000000}"/>
          </ac:spMkLst>
        </pc:spChg>
        <pc:spChg chg="mod">
          <ac:chgData name="Nahuel Roel" userId="f57eb92d7f62e27b" providerId="LiveId" clId="{1698397B-2804-4513-BF38-7951CB4798F0}" dt="2026-09-26T17:55:17.751" v="2593" actId="20577"/>
          <ac:spMkLst>
            <pc:docMk/>
            <pc:sldMk cId="0" sldId="261"/>
            <ac:spMk id="6" creationId="{00000000-0000-0000-0000-000000000000}"/>
          </ac:spMkLst>
        </pc:spChg>
      </pc:sldChg>
      <pc:sldChg chg="modSp del mod">
        <pc:chgData name="Nahuel Roel" userId="f57eb92d7f62e27b" providerId="LiveId" clId="{1698397B-2804-4513-BF38-7951CB4798F0}" dt="2026-09-26T18:19:37.985" v="3154" actId="2696"/>
        <pc:sldMkLst>
          <pc:docMk/>
          <pc:sldMk cId="0" sldId="262"/>
        </pc:sldMkLst>
        <pc:spChg chg="mod">
          <ac:chgData name="Nahuel Roel" userId="f57eb92d7f62e27b" providerId="LiveId" clId="{1698397B-2804-4513-BF38-7951CB4798F0}" dt="2026-09-26T17:37:39.692" v="251" actId="790"/>
          <ac:spMkLst>
            <pc:docMk/>
            <pc:sldMk cId="0" sldId="262"/>
            <ac:spMk id="2" creationId="{00000000-0000-0000-0000-000000000000}"/>
          </ac:spMkLst>
        </pc:spChg>
        <pc:spChg chg="mod">
          <ac:chgData name="Nahuel Roel" userId="f57eb92d7f62e27b" providerId="LiveId" clId="{1698397B-2804-4513-BF38-7951CB4798F0}" dt="2026-09-26T17:37:39.692" v="251" actId="790"/>
          <ac:spMkLst>
            <pc:docMk/>
            <pc:sldMk cId="0" sldId="262"/>
            <ac:spMk id="3" creationId="{00000000-0000-0000-0000-000000000000}"/>
          </ac:spMkLst>
        </pc:spChg>
        <pc:spChg chg="mod">
          <ac:chgData name="Nahuel Roel" userId="f57eb92d7f62e27b" providerId="LiveId" clId="{1698397B-2804-4513-BF38-7951CB4798F0}" dt="2026-09-26T17:37:39.692" v="251" actId="790"/>
          <ac:spMkLst>
            <pc:docMk/>
            <pc:sldMk cId="0" sldId="262"/>
            <ac:spMk id="4" creationId="{00000000-0000-0000-0000-000000000000}"/>
          </ac:spMkLst>
        </pc:spChg>
        <pc:spChg chg="mod">
          <ac:chgData name="Nahuel Roel" userId="f57eb92d7f62e27b" providerId="LiveId" clId="{1698397B-2804-4513-BF38-7951CB4798F0}" dt="2026-09-26T17:37:39.692" v="251" actId="790"/>
          <ac:spMkLst>
            <pc:docMk/>
            <pc:sldMk cId="0" sldId="262"/>
            <ac:spMk id="5" creationId="{00000000-0000-0000-0000-000000000000}"/>
          </ac:spMkLst>
        </pc:spChg>
      </pc:sldChg>
      <pc:sldChg chg="delSp modSp mod">
        <pc:chgData name="Nahuel Roel" userId="f57eb92d7f62e27b" providerId="LiveId" clId="{1698397B-2804-4513-BF38-7951CB4798F0}" dt="2026-09-26T19:05:44.831" v="3536"/>
        <pc:sldMkLst>
          <pc:docMk/>
          <pc:sldMk cId="0" sldId="263"/>
        </pc:sldMkLst>
        <pc:spChg chg="del mod">
          <ac:chgData name="Nahuel Roel" userId="f57eb92d7f62e27b" providerId="LiveId" clId="{1698397B-2804-4513-BF38-7951CB4798F0}" dt="2026-09-26T18:18:42.429" v="3054" actId="478"/>
          <ac:spMkLst>
            <pc:docMk/>
            <pc:sldMk cId="0" sldId="263"/>
            <ac:spMk id="2" creationId="{00000000-0000-0000-0000-000000000000}"/>
          </ac:spMkLst>
        </pc:spChg>
        <pc:spChg chg="mod">
          <ac:chgData name="Nahuel Roel" userId="f57eb92d7f62e27b" providerId="LiveId" clId="{1698397B-2804-4513-BF38-7951CB4798F0}" dt="2026-09-26T19:05:44.831" v="3536"/>
          <ac:spMkLst>
            <pc:docMk/>
            <pc:sldMk cId="0" sldId="263"/>
            <ac:spMk id="3" creationId="{00000000-0000-0000-0000-000000000000}"/>
          </ac:spMkLst>
        </pc:spChg>
        <pc:spChg chg="del mod">
          <ac:chgData name="Nahuel Roel" userId="f57eb92d7f62e27b" providerId="LiveId" clId="{1698397B-2804-4513-BF38-7951CB4798F0}" dt="2026-09-26T18:19:19.856" v="3152" actId="478"/>
          <ac:spMkLst>
            <pc:docMk/>
            <pc:sldMk cId="0" sldId="263"/>
            <ac:spMk id="4"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del">
          <ac:chgData name="Nahuel Roel" userId="f57eb92d7f62e27b" providerId="LiveId" clId="{1698397B-2804-4513-BF38-7951CB4798F0}" dt="2026-09-26T17:43:25.075" v="1155" actId="478"/>
          <ac:spMkLst>
            <pc:docMk/>
            <pc:sldMk cId="2241413046" sldId="264"/>
            <ac:spMk id="4" creationId="{A27F2FEF-1B47-A5C9-523D-9444FD499FDF}"/>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 del">
        <pc:chgData name="Nahuel Roel" userId="f57eb92d7f62e27b" providerId="LiveId" clId="{1698397B-2804-4513-BF38-7951CB4798F0}" dt="2026-09-26T18:18:32.374" v="3053" actId="47"/>
        <pc:sldMkLst>
          <pc:docMk/>
          <pc:sldMk cId="3766223662" sldId="265"/>
        </pc:sldMkLst>
      </pc:sldChg>
      <pc:sldChg chg="add del">
        <pc:chgData name="Nahuel Roel" userId="f57eb92d7f62e27b" providerId="LiveId" clId="{1698397B-2804-4513-BF38-7951CB4798F0}" dt="2026-09-26T18:34:44.515" v="3156" actId="47"/>
        <pc:sldMkLst>
          <pc:docMk/>
          <pc:sldMk cId="1983982594" sldId="266"/>
        </pc:sldMkLst>
      </pc:sldChg>
      <pc:sldChg chg="addSp delSp modSp add mod ord">
        <pc:chgData name="Nahuel Roel" userId="f57eb92d7f62e27b" providerId="LiveId" clId="{1698397B-2804-4513-BF38-7951CB4798F0}" dt="2026-09-26T18:08:52.175" v="2857" actId="403"/>
        <pc:sldMkLst>
          <pc:docMk/>
          <pc:sldMk cId="2606275426" sldId="267"/>
        </pc:sldMkLst>
        <pc:spChg chg="del">
          <ac:chgData name="Nahuel Roel" userId="f57eb92d7f62e27b" providerId="LiveId" clId="{1698397B-2804-4513-BF38-7951CB4798F0}" dt="2026-09-26T18:02:14.930" v="2597" actId="478"/>
          <ac:spMkLst>
            <pc:docMk/>
            <pc:sldMk cId="2606275426" sldId="267"/>
            <ac:spMk id="3" creationId="{A2122E19-060A-205C-4A63-CBF421A8AD85}"/>
          </ac:spMkLst>
        </pc:spChg>
        <pc:spChg chg="del">
          <ac:chgData name="Nahuel Roel" userId="f57eb92d7f62e27b" providerId="LiveId" clId="{1698397B-2804-4513-BF38-7951CB4798F0}" dt="2026-09-26T18:04:04.355" v="2616" actId="478"/>
          <ac:spMkLst>
            <pc:docMk/>
            <pc:sldMk cId="2606275426" sldId="267"/>
            <ac:spMk id="4" creationId="{1F5A23AE-CA9F-2158-55B6-FD7AACD1F750}"/>
          </ac:spMkLst>
        </pc:spChg>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del">
          <ac:chgData name="Nahuel Roel" userId="f57eb92d7f62e27b" providerId="LiveId" clId="{1698397B-2804-4513-BF38-7951CB4798F0}" dt="2026-09-26T18:04:33.740" v="2672" actId="478"/>
          <ac:spMkLst>
            <pc:docMk/>
            <pc:sldMk cId="2606275426" sldId="267"/>
            <ac:spMk id="11" creationId="{1F0D57E1-6526-CC03-09B8-3468D6B90F02}"/>
          </ac:spMkLst>
        </pc:spChg>
        <pc:spChg chg="del">
          <ac:chgData name="Nahuel Roel" userId="f57eb92d7f62e27b" providerId="LiveId" clId="{1698397B-2804-4513-BF38-7951CB4798F0}" dt="2026-09-26T18:03:57.148" v="2611" actId="478"/>
          <ac:spMkLst>
            <pc:docMk/>
            <pc:sldMk cId="2606275426" sldId="267"/>
            <ac:spMk id="12" creationId="{DEE1F0CA-EED1-5302-CF4B-192F3DC35B06}"/>
          </ac:spMkLst>
        </pc:spChg>
        <pc:spChg chg="del">
          <ac:chgData name="Nahuel Roel" userId="f57eb92d7f62e27b" providerId="LiveId" clId="{1698397B-2804-4513-BF38-7951CB4798F0}" dt="2026-09-26T18:03:53.703" v="2608" actId="478"/>
          <ac:spMkLst>
            <pc:docMk/>
            <pc:sldMk cId="2606275426" sldId="267"/>
            <ac:spMk id="13" creationId="{FBF062E1-4B1F-2BB3-BCF1-AA3BCFE85501}"/>
          </ac:spMkLst>
        </pc:spChg>
        <pc:spChg chg="del">
          <ac:chgData name="Nahuel Roel" userId="f57eb92d7f62e27b" providerId="LiveId" clId="{1698397B-2804-4513-BF38-7951CB4798F0}" dt="2026-09-26T18:03:54.721" v="2609" actId="478"/>
          <ac:spMkLst>
            <pc:docMk/>
            <pc:sldMk cId="2606275426" sldId="267"/>
            <ac:spMk id="14" creationId="{D16F2CF2-5782-9BFE-2106-2DEF0CA18729}"/>
          </ac:spMkLst>
        </pc:spChg>
        <pc:spChg chg="del">
          <ac:chgData name="Nahuel Roel" userId="f57eb92d7f62e27b" providerId="LiveId" clId="{1698397B-2804-4513-BF38-7951CB4798F0}" dt="2026-09-26T18:03:55.659" v="2610" actId="478"/>
          <ac:spMkLst>
            <pc:docMk/>
            <pc:sldMk cId="2606275426" sldId="267"/>
            <ac:spMk id="15" creationId="{6BCB51A0-02E0-D97C-F91E-83207CE692F9}"/>
          </ac:spMkLst>
        </pc:spChg>
        <pc:spChg chg="del">
          <ac:chgData name="Nahuel Roel" userId="f57eb92d7f62e27b" providerId="LiveId" clId="{1698397B-2804-4513-BF38-7951CB4798F0}" dt="2026-09-26T18:03:58.670" v="2612" actId="478"/>
          <ac:spMkLst>
            <pc:docMk/>
            <pc:sldMk cId="2606275426" sldId="267"/>
            <ac:spMk id="16" creationId="{7DA21860-8F7D-5D93-A981-076B5A79DEBC}"/>
          </ac:spMkLst>
        </pc:spChg>
        <pc:spChg chg="del">
          <ac:chgData name="Nahuel Roel" userId="f57eb92d7f62e27b" providerId="LiveId" clId="{1698397B-2804-4513-BF38-7951CB4798F0}" dt="2026-09-26T18:04:39.383" v="2674" actId="478"/>
          <ac:spMkLst>
            <pc:docMk/>
            <pc:sldMk cId="2606275426" sldId="267"/>
            <ac:spMk id="17" creationId="{2813E8C9-AAA9-B7E9-290F-BD0A2A89C933}"/>
          </ac:spMkLst>
        </pc:spChg>
        <pc:spChg chg="del">
          <ac:chgData name="Nahuel Roel" userId="f57eb92d7f62e27b" providerId="LiveId" clId="{1698397B-2804-4513-BF38-7951CB4798F0}" dt="2026-09-26T18:04:05.371" v="2618" actId="478"/>
          <ac:spMkLst>
            <pc:docMk/>
            <pc:sldMk cId="2606275426" sldId="267"/>
            <ac:spMk id="18" creationId="{C8BE1838-C627-FCBD-FD2F-F2CCD2079FFF}"/>
          </ac:spMkLst>
        </pc:spChg>
        <pc:spChg chg="del">
          <ac:chgData name="Nahuel Roel" userId="f57eb92d7f62e27b" providerId="LiveId" clId="{1698397B-2804-4513-BF38-7951CB4798F0}" dt="2026-09-26T18:04:04.956" v="2617" actId="478"/>
          <ac:spMkLst>
            <pc:docMk/>
            <pc:sldMk cId="2606275426" sldId="267"/>
            <ac:spMk id="19" creationId="{B57E556F-D42A-2419-B0DD-26D69BFA5CD5}"/>
          </ac:spMkLst>
        </pc:spChg>
        <pc:spChg chg="del">
          <ac:chgData name="Nahuel Roel" userId="f57eb92d7f62e27b" providerId="LiveId" clId="{1698397B-2804-4513-BF38-7951CB4798F0}" dt="2026-09-26T18:04:00.983" v="2613" actId="478"/>
          <ac:spMkLst>
            <pc:docMk/>
            <pc:sldMk cId="2606275426" sldId="267"/>
            <ac:spMk id="20" creationId="{2E0A0A77-532F-89B8-7735-78A90B8D6BA7}"/>
          </ac:spMkLst>
        </pc:spChg>
        <pc:spChg chg="del">
          <ac:chgData name="Nahuel Roel" userId="f57eb92d7f62e27b" providerId="LiveId" clId="{1698397B-2804-4513-BF38-7951CB4798F0}" dt="2026-09-26T18:04:01.943" v="2614" actId="478"/>
          <ac:spMkLst>
            <pc:docMk/>
            <pc:sldMk cId="2606275426" sldId="267"/>
            <ac:spMk id="21" creationId="{0996CA8B-456A-498F-34DB-28D5622431DC}"/>
          </ac:spMkLst>
        </pc:spChg>
        <pc:spChg chg="del">
          <ac:chgData name="Nahuel Roel" userId="f57eb92d7f62e27b" providerId="LiveId" clId="{1698397B-2804-4513-BF38-7951CB4798F0}" dt="2026-09-26T18:04:03.394" v="2615" actId="478"/>
          <ac:spMkLst>
            <pc:docMk/>
            <pc:sldMk cId="2606275426" sldId="267"/>
            <ac:spMk id="22" creationId="{9C0FAE26-0147-B1B1-4691-ECB5DD975872}"/>
          </ac:spMkLst>
        </pc:spChg>
        <pc:spChg chg="del">
          <ac:chgData name="Nahuel Roel" userId="f57eb92d7f62e27b" providerId="LiveId" clId="{1698397B-2804-4513-BF38-7951CB4798F0}" dt="2026-09-26T18:04:36.518" v="2673" actId="478"/>
          <ac:spMkLst>
            <pc:docMk/>
            <pc:sldMk cId="2606275426" sldId="267"/>
            <ac:spMk id="23" creationId="{F5B2CB47-CE48-CA68-5093-96C0B3B17B15}"/>
          </ac:spMkLst>
        </pc:spChg>
        <pc:spChg chg="del">
          <ac:chgData name="Nahuel Roel" userId="f57eb92d7f62e27b" providerId="LiveId" clId="{1698397B-2804-4513-BF38-7951CB4798F0}" dt="2026-09-26T18:02:37.962" v="2606" actId="478"/>
          <ac:spMkLst>
            <pc:docMk/>
            <pc:sldMk cId="2606275426" sldId="267"/>
            <ac:spMk id="24" creationId="{16D2187B-DB9F-C944-CD98-2ACDE46C0106}"/>
          </ac:spMkLst>
        </pc:spChg>
        <pc:spChg chg="del mod">
          <ac:chgData name="Nahuel Roel" userId="f57eb92d7f62e27b" providerId="LiveId" clId="{1698397B-2804-4513-BF38-7951CB4798F0}" dt="2026-09-26T18:02:36.588" v="2605" actId="478"/>
          <ac:spMkLst>
            <pc:docMk/>
            <pc:sldMk cId="2606275426" sldId="267"/>
            <ac:spMk id="25" creationId="{4C4A081E-F2A4-6C23-69C4-0642A77667BC}"/>
          </ac:spMkLst>
        </pc:spChg>
        <pc:spChg chg="del">
          <ac:chgData name="Nahuel Roel" userId="f57eb92d7f62e27b" providerId="LiveId" clId="{1698397B-2804-4513-BF38-7951CB4798F0}" dt="2026-09-26T18:02:32.194" v="2602" actId="478"/>
          <ac:spMkLst>
            <pc:docMk/>
            <pc:sldMk cId="2606275426" sldId="267"/>
            <ac:spMk id="26" creationId="{AD91B358-3E0A-C13B-D9BA-7C47A8058FC1}"/>
          </ac:spMkLst>
        </pc:spChg>
        <pc:spChg chg="del">
          <ac:chgData name="Nahuel Roel" userId="f57eb92d7f62e27b" providerId="LiveId" clId="{1698397B-2804-4513-BF38-7951CB4798F0}" dt="2026-09-26T18:02:33.321" v="2603" actId="478"/>
          <ac:spMkLst>
            <pc:docMk/>
            <pc:sldMk cId="2606275426" sldId="267"/>
            <ac:spMk id="27" creationId="{FD31C397-8204-4732-ED6E-6187CC58B44F}"/>
          </ac:spMkLst>
        </pc:spChg>
        <pc:spChg chg="del">
          <ac:chgData name="Nahuel Roel" userId="f57eb92d7f62e27b" providerId="LiveId" clId="{1698397B-2804-4513-BF38-7951CB4798F0}" dt="2026-09-26T18:02:35.117" v="2604" actId="478"/>
          <ac:spMkLst>
            <pc:docMk/>
            <pc:sldMk cId="2606275426" sldId="267"/>
            <ac:spMk id="28" creationId="{72EC7132-828A-780E-0240-DD04C8561AAB}"/>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del">
          <ac:chgData name="Nahuel Roel" userId="f57eb92d7f62e27b" providerId="LiveId" clId="{1698397B-2804-4513-BF38-7951CB4798F0}" dt="2026-09-26T18:16:47.994" v="2994" actId="478"/>
          <ac:spMkLst>
            <pc:docMk/>
            <pc:sldMk cId="2287114499" sldId="269"/>
            <ac:spMk id="9" creationId="{BD0760E0-98F6-3208-ED5B-DB03FE9A76B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del mod">
          <ac:chgData name="Nahuel Roel" userId="f57eb92d7f62e27b" providerId="LiveId" clId="{1698397B-2804-4513-BF38-7951CB4798F0}" dt="2026-09-26T18:16:25.239" v="2974" actId="478"/>
          <ac:spMkLst>
            <pc:docMk/>
            <pc:sldMk cId="2287114499" sldId="269"/>
            <ac:spMk id="30" creationId="{70C83168-F75F-8452-D13F-37A9D36EE95E}"/>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del">
          <ac:chgData name="Nahuel Roel" userId="f57eb92d7f62e27b" providerId="LiveId" clId="{1698397B-2804-4513-BF38-7951CB4798F0}" dt="2026-09-26T18:37:05.387" v="3462" actId="478"/>
          <ac:spMkLst>
            <pc:docMk/>
            <pc:sldMk cId="3901877764" sldId="270"/>
            <ac:spMk id="4" creationId="{B07F8C67-FCF7-5367-E0DF-760285B00AD9}"/>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spChg chg="del">
          <ac:chgData name="Nahuel Roel" userId="f57eb92d7f62e27b" providerId="LiveId" clId="{1698397B-2804-4513-BF38-7951CB4798F0}" dt="2026-09-26T18:37:57.291" v="3464" actId="478"/>
          <ac:spMkLst>
            <pc:docMk/>
            <pc:sldMk cId="2543718561" sldId="271"/>
            <ac:spMk id="6" creationId="{CC8E4D1F-454A-2D06-6611-6A9810D3F5AE}"/>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cran.r-project.org"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connect.posit.cloud" TargetMode="External"/><Relationship Id="rId5" Type="http://schemas.openxmlformats.org/officeDocument/2006/relationships/hyperlink" Target="shinyapps.io" TargetMode="External"/><Relationship Id="rId4" Type="http://schemas.openxmlformats.org/officeDocument/2006/relationships/hyperlink" Target="posit.co/download/rstudio-desktop"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bancodedatos-fcs.shinyapps.io/OMIF-UNICEF/"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nahuelroel.shinyapps.io/ObservatorioDA/"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bancodedatos-fcs.shinyapps.io/Mirador-DESCA-app/"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forms.gle/fBNWZZm4eD2N7DDw9"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10</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3400" b="1" noProof="0" dirty="0">
                <a:solidFill>
                  <a:srgbClr val="2E0A4E"/>
                </a:solidFill>
                <a:latin typeface="Oswald" pitchFamily="34" charset="0"/>
                <a:ea typeface="Oswald" pitchFamily="34" charset="-122"/>
                <a:cs typeface="Oswald" pitchFamily="34" charset="-120"/>
              </a:rPr>
              <a:t>Presentación del curso</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2801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2801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2344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20574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20574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20116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a:t>
            </a:r>
            <a:r>
              <a:rPr lang="es-UY" sz="1500" b="1" noProof="0" dirty="0">
                <a:solidFill>
                  <a:srgbClr val="2E0A4E"/>
                </a:solidFill>
                <a:latin typeface="Calibri" pitchFamily="34" charset="0"/>
                <a:ea typeface="Calibri" pitchFamily="34" charset="-122"/>
                <a:cs typeface="Calibri" pitchFamily="34" charset="-120"/>
              </a:rPr>
              <a:t>R, </a:t>
            </a:r>
            <a:r>
              <a:rPr lang="es-UY" sz="1500" b="1" noProof="0" dirty="0" err="1">
                <a:solidFill>
                  <a:srgbClr val="2E0A4E"/>
                </a:solidFill>
                <a:latin typeface="Calibri" pitchFamily="34" charset="0"/>
                <a:ea typeface="Calibri" pitchFamily="34" charset="-122"/>
                <a:cs typeface="Calibri" pitchFamily="34" charset="-120"/>
              </a:rPr>
              <a:t>RStudio</a:t>
            </a:r>
            <a:r>
              <a:rPr lang="es-UY" sz="1500" b="1" noProof="0" dirty="0">
                <a:solidFill>
                  <a:srgbClr val="2E0A4E"/>
                </a:solidFill>
                <a:latin typeface="Calibri" pitchFamily="34" charset="0"/>
                <a:ea typeface="Calibri" pitchFamily="34" charset="-122"/>
                <a:cs typeface="Calibri" pitchFamily="34" charset="-120"/>
              </a:rPr>
              <a:t> y los paquetes </a:t>
            </a:r>
            <a:r>
              <a:rPr lang="es-UY" sz="1500" noProof="0" dirty="0">
                <a:solidFill>
                  <a:srgbClr val="2E0A4E"/>
                </a:solidFill>
                <a:latin typeface="Calibri" pitchFamily="34" charset="0"/>
                <a:ea typeface="Calibri" pitchFamily="34" charset="-122"/>
                <a:cs typeface="Calibri" pitchFamily="34" charset="-120"/>
              </a:rPr>
              <a:t>instalados y funcionando.</a:t>
            </a:r>
            <a:endParaRPr lang="es-UY" sz="1500" noProof="0" dirty="0"/>
          </a:p>
        </p:txBody>
      </p:sp>
      <p:sp>
        <p:nvSpPr>
          <p:cNvPr id="11" name="Shape 9"/>
          <p:cNvSpPr/>
          <p:nvPr/>
        </p:nvSpPr>
        <p:spPr>
          <a:xfrm>
            <a:off x="502920" y="28346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8346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7889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a:t>
            </a:r>
            <a:r>
              <a:rPr lang="es-UY" sz="1500" b="1" noProof="0" dirty="0">
                <a:solidFill>
                  <a:srgbClr val="2E0A4E"/>
                </a:solidFill>
                <a:latin typeface="Calibri" pitchFamily="34" charset="0"/>
                <a:ea typeface="Calibri" pitchFamily="34" charset="-122"/>
                <a:cs typeface="Calibri" pitchFamily="34" charset="-120"/>
              </a:rPr>
              <a:t>ya desplegadas </a:t>
            </a:r>
            <a:r>
              <a:rPr lang="es-UY" sz="1500" noProof="0" dirty="0">
                <a:solidFill>
                  <a:srgbClr val="2E0A4E"/>
                </a:solidFill>
                <a:latin typeface="Calibri" pitchFamily="34" charset="0"/>
                <a:ea typeface="Calibri" pitchFamily="34" charset="-122"/>
                <a:cs typeface="Calibri" pitchFamily="34" charset="-120"/>
              </a:rPr>
              <a:t>para entender qué se puede hacer con la herramienta.</a:t>
            </a:r>
            <a:endParaRPr lang="es-UY" sz="1500" noProof="0" dirty="0"/>
          </a:p>
        </p:txBody>
      </p:sp>
      <p:sp>
        <p:nvSpPr>
          <p:cNvPr id="14" name="Shape 12"/>
          <p:cNvSpPr/>
          <p:nvPr/>
        </p:nvSpPr>
        <p:spPr>
          <a:xfrm>
            <a:off x="502920" y="36118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36118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35661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c/u usará en este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- 10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3907259707"/>
              </p:ext>
            </p:extLst>
          </p:nvPr>
        </p:nvGraphicFramePr>
        <p:xfrm>
          <a:off x="502920" y="1188720"/>
          <a:ext cx="8138160" cy="329184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del curso</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y ejemplos.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highlight>
                            <a:srgbClr val="FFFF00"/>
                          </a:highlight>
                          <a:latin typeface="Calibri" pitchFamily="34" charset="0"/>
                          <a:ea typeface="Calibri" pitchFamily="34" charset="-122"/>
                          <a:cs typeface="Calibri" pitchFamily="34" charset="-120"/>
                        </a:rPr>
                        <a:t>1b</a:t>
                      </a:r>
                      <a:endParaRPr lang="es-UY" sz="1000" noProof="0" dirty="0">
                        <a:highlight>
                          <a:srgbClr val="FF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highlight>
                            <a:srgbClr val="FFFF00"/>
                          </a:highlight>
                          <a:latin typeface="Calibri" pitchFamily="34" charset="0"/>
                          <a:ea typeface="Calibri" pitchFamily="34" charset="-122"/>
                          <a:cs typeface="Calibri" pitchFamily="34" charset="-120"/>
                        </a:rPr>
                        <a:t>Refuerzo de fundamentos de R (opcional)</a:t>
                      </a:r>
                      <a:endParaRPr lang="es-UY" sz="1000" noProof="0" dirty="0">
                        <a:highlight>
                          <a:srgbClr val="FF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highlight>
                            <a:srgbClr val="FFFF00"/>
                          </a:highlight>
                          <a:latin typeface="Calibri" pitchFamily="34" charset="0"/>
                          <a:ea typeface="Calibri" pitchFamily="34" charset="-122"/>
                          <a:cs typeface="Calibri" pitchFamily="34" charset="-120"/>
                        </a:rPr>
                        <a:t>Nivelación. Reforzar conceptos principales</a:t>
                      </a:r>
                      <a:endParaRPr lang="es-UY" sz="1000" noProof="0" dirty="0">
                        <a:highlight>
                          <a:srgbClr val="FF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20792319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a:t>
                      </a:r>
                      <a:r>
                        <a:rPr lang="es-UY" sz="1000" noProof="0" dirty="0" err="1">
                          <a:solidFill>
                            <a:srgbClr val="2E0A4E"/>
                          </a:solidFill>
                          <a:latin typeface="Calibri" pitchFamily="34" charset="0"/>
                          <a:ea typeface="Calibri" pitchFamily="34" charset="-122"/>
                          <a:cs typeface="Calibri" pitchFamily="34" charset="-120"/>
                        </a:rPr>
                        <a:t>RStudio</a:t>
                      </a:r>
                      <a:r>
                        <a:rPr lang="es-UY" sz="1000" noProof="0" dirty="0">
                          <a:solidFill>
                            <a:srgbClr val="2E0A4E"/>
                          </a:solidFill>
                          <a:latin typeface="Calibri" pitchFamily="34" charset="0"/>
                          <a:ea typeface="Calibri" pitchFamily="34" charset="-122"/>
                          <a:cs typeface="Calibri" pitchFamily="34" charset="-120"/>
                        </a:rPr>
                        <a:t>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a:t>
                      </a:r>
                      <a:r>
                        <a:rPr lang="es-UY" sz="1000" noProof="0" dirty="0">
                          <a:solidFill>
                            <a:srgbClr val="2E0A4E"/>
                          </a:solidFill>
                          <a:latin typeface="Calibri" pitchFamily="34" charset="0"/>
                          <a:ea typeface="Calibri" pitchFamily="34" charset="-122"/>
                          <a:cs typeface="Calibri" pitchFamily="34" charset="-120"/>
                        </a:rPr>
                        <a:t>, server y </a:t>
                      </a:r>
                      <a:r>
                        <a:rPr lang="es-UY" sz="1000" noProof="0" dirty="0" err="1">
                          <a:solidFill>
                            <a:srgbClr val="2E0A4E"/>
                          </a:solidFill>
                          <a:latin typeface="Calibri" pitchFamily="34" charset="0"/>
                          <a:ea typeface="Calibri" pitchFamily="34" charset="-122"/>
                          <a:cs typeface="Calibri" pitchFamily="34" charset="-120"/>
                        </a:rPr>
                        <a:t>shinyApp</a:t>
                      </a:r>
                      <a:r>
                        <a:rPr lang="es-UY" sz="1000" noProof="0" dirty="0">
                          <a:solidFill>
                            <a:srgbClr val="2E0A4E"/>
                          </a:solidFill>
                          <a:latin typeface="Calibri" pitchFamily="34" charset="0"/>
                          <a:ea typeface="Calibri" pitchFamily="34" charset="-122"/>
                          <a:cs typeface="Calibri" pitchFamily="34" charset="-120"/>
                        </a:rPr>
                        <a:t>().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3"/>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de Datos (Inputs)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Qué controles hay y qué devuelve cada uno.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Salidas (Outputs)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Output y render, gráfico y descarga.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5"/>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reactive(), </a:t>
                      </a:r>
                      <a:r>
                        <a:rPr lang="es-UY" sz="1000" noProof="0" dirty="0" err="1">
                          <a:solidFill>
                            <a:srgbClr val="2E0A4E"/>
                          </a:solidFill>
                          <a:latin typeface="Calibri" pitchFamily="34" charset="0"/>
                          <a:ea typeface="Calibri" pitchFamily="34" charset="-122"/>
                          <a:cs typeface="Calibri" pitchFamily="34" charset="-120"/>
                        </a:rPr>
                        <a:t>req</a:t>
                      </a:r>
                      <a:r>
                        <a:rPr lang="es-UY" sz="1000" noProof="0" dirty="0">
                          <a:solidFill>
                            <a:srgbClr val="2E0A4E"/>
                          </a:solidFill>
                          <a:latin typeface="Calibri" pitchFamily="34" charset="0"/>
                          <a:ea typeface="Calibri" pitchFamily="34" charset="-122"/>
                          <a:cs typeface="Calibri" pitchFamily="34" charset="-120"/>
                        </a:rPr>
                        <a:t>(), </a:t>
                      </a:r>
                      <a:r>
                        <a:rPr lang="es-UY" sz="1000" noProof="0" dirty="0" err="1">
                          <a:solidFill>
                            <a:srgbClr val="2E0A4E"/>
                          </a:solidFill>
                          <a:latin typeface="Calibri" pitchFamily="34" charset="0"/>
                          <a:ea typeface="Calibri" pitchFamily="34" charset="-122"/>
                          <a:cs typeface="Calibri" pitchFamily="34" charset="-120"/>
                        </a:rPr>
                        <a:t>validate</a:t>
                      </a:r>
                      <a:r>
                        <a:rPr lang="es-UY" sz="1000" noProof="0" dirty="0">
                          <a:solidFill>
                            <a:srgbClr val="2E0A4E"/>
                          </a:solidFill>
                          <a:latin typeface="Calibri" pitchFamily="34" charset="0"/>
                          <a:ea typeface="Calibri" pitchFamily="34" charset="-122"/>
                          <a:cs typeface="Calibri" pitchFamily="34" charset="-120"/>
                        </a:rPr>
                        <a:t>() y botones.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ggplot2 reactivo, clic en el gráfico y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7"/>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8</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y Navegación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bslib, </a:t>
                      </a:r>
                      <a:r>
                        <a:rPr lang="es-UY" sz="1000" noProof="0" dirty="0" err="1">
                          <a:solidFill>
                            <a:srgbClr val="2E0A4E"/>
                          </a:solidFill>
                          <a:latin typeface="Calibri" pitchFamily="34" charset="0"/>
                          <a:ea typeface="Calibri" pitchFamily="34" charset="-122"/>
                          <a:cs typeface="Calibri" pitchFamily="34" charset="-120"/>
                        </a:rPr>
                        <a:t>navbar</a:t>
                      </a:r>
                      <a:r>
                        <a:rPr lang="es-UY" sz="1000" noProof="0" dirty="0">
                          <a:solidFill>
                            <a:srgbClr val="2E0A4E"/>
                          </a:solidFill>
                          <a:latin typeface="Calibri" pitchFamily="34" charset="0"/>
                          <a:ea typeface="Calibri" pitchFamily="34" charset="-122"/>
                          <a:cs typeface="Calibri" pitchFamily="34" charset="-120"/>
                        </a:rPr>
                        <a:t>, </a:t>
                      </a:r>
                      <a:r>
                        <a:rPr lang="es-UY" sz="1000" noProof="0" dirty="0" err="1">
                          <a:solidFill>
                            <a:srgbClr val="2E0A4E"/>
                          </a:solidFill>
                          <a:latin typeface="Calibri" pitchFamily="34" charset="0"/>
                          <a:ea typeface="Calibri" pitchFamily="34" charset="-122"/>
                          <a:cs typeface="Calibri" pitchFamily="34" charset="-120"/>
                        </a:rPr>
                        <a:t>cards</a:t>
                      </a:r>
                      <a:r>
                        <a:rPr lang="es-UY" sz="1000" noProof="0" dirty="0">
                          <a:solidFill>
                            <a:srgbClr val="2E0A4E"/>
                          </a:solidFill>
                          <a:latin typeface="Calibri" pitchFamily="34" charset="0"/>
                          <a:ea typeface="Calibri" pitchFamily="34" charset="-122"/>
                          <a:cs typeface="Calibri" pitchFamily="34" charset="-120"/>
                        </a:rPr>
                        <a:t>, value boxes y DT.</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9</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Puesta en Producción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Revisar una app final de tres paneles y </a:t>
                      </a:r>
                      <a:r>
                        <a:rPr lang="es-UY" sz="1000" noProof="0" dirty="0" err="1">
                          <a:solidFill>
                            <a:srgbClr val="2E0A4E"/>
                          </a:solidFill>
                          <a:latin typeface="Calibri" pitchFamily="34" charset="0"/>
                          <a:ea typeface="Calibri" pitchFamily="34" charset="-122"/>
                          <a:cs typeface="Calibri" pitchFamily="34" charset="-120"/>
                        </a:rPr>
                        <a:t>deploy</a:t>
                      </a:r>
                      <a:r>
                        <a:rPr lang="es-UY" sz="1000" noProof="0" dirty="0">
                          <a:solidFill>
                            <a:srgbClr val="2E0A4E"/>
                          </a:solidFill>
                          <a:latin typeface="Calibri" pitchFamily="34" charset="0"/>
                          <a:ea typeface="Calibri" pitchFamily="34" charset="-122"/>
                          <a:cs typeface="Calibri" pitchFamily="34" charset="-120"/>
                        </a:rPr>
                        <a:t>.</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9"/>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10</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Discusión de corpus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Intercambiar sobre los datos y el proyecto de cada uno.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Instalaciones (antes de la Clase 2)</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Instalar R (la versión mas reciente) desde </a:t>
            </a:r>
            <a:r>
              <a:rPr lang="es-UY" sz="1200" b="1" noProof="0" dirty="0">
                <a:solidFill>
                  <a:srgbClr val="F1E9F8"/>
                </a:solidFill>
                <a:latin typeface="Courier New" pitchFamily="34" charset="0"/>
                <a:ea typeface="Courier New" pitchFamily="34" charset="-122"/>
                <a:cs typeface="Courier New" pitchFamily="34" charset="-120"/>
                <a:hlinkClick r:id="rId3"/>
              </a:rPr>
              <a:t>cran.r-project.org</a:t>
            </a:r>
            <a:endParaRPr lang="es-UY" sz="1200" b="1"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Instalar Rstudio Desktop desde </a:t>
            </a:r>
            <a:r>
              <a:rPr lang="es-UY" sz="1200" b="1" noProof="0" dirty="0">
                <a:solidFill>
                  <a:srgbClr val="F1E9F8"/>
                </a:solidFill>
                <a:latin typeface="Courier New" pitchFamily="34" charset="0"/>
                <a:ea typeface="Courier New" pitchFamily="34" charset="-122"/>
                <a:cs typeface="Courier New" pitchFamily="34" charset="-120"/>
                <a:hlinkClick r:id="rId4"/>
              </a:rPr>
              <a:t>posit.co/download/rstudio-desktop</a:t>
            </a:r>
            <a:r>
              <a:rPr lang="es-UY" sz="1200" b="1" noProof="0" dirty="0">
                <a:solidFill>
                  <a:srgbClr val="F1E9F8"/>
                </a:solidFill>
                <a:latin typeface="Courier New" pitchFamily="34" charset="0"/>
                <a:ea typeface="Courier New" pitchFamily="34" charset="-122"/>
                <a:cs typeface="Courier New" pitchFamily="34" charset="-120"/>
              </a:rPr>
              <a:t> o un IDE equivalente</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Instalar los paquetes necesarios</a:t>
            </a:r>
            <a:endParaRPr lang="es-UY" sz="1200" b="1" noProof="0" dirty="0"/>
          </a:p>
          <a:p>
            <a:pPr marL="0" indent="0">
              <a:spcAft>
                <a:spcPts val="200"/>
              </a:spcAft>
              <a:buNone/>
            </a:pPr>
            <a:r>
              <a:rPr lang="es-UY" sz="1200" noProof="0" dirty="0">
                <a:solidFill>
                  <a:srgbClr val="F1E9F8"/>
                </a:solidFill>
                <a:latin typeface="Courier New" pitchFamily="34" charset="0"/>
                <a:ea typeface="Courier New" pitchFamily="34" charset="-122"/>
                <a:cs typeface="Courier New" pitchFamily="34" charset="-120"/>
              </a:rPr>
              <a:t>install.packages(c("shiny", "bslib", "ggplot2", "plotly", "DT", "scales", "leaflet", "rsconnect"))</a:t>
            </a: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Crearse una cuenta gratuita en </a:t>
            </a:r>
            <a:r>
              <a:rPr lang="es-UY" sz="1200" b="1" dirty="0">
                <a:solidFill>
                  <a:srgbClr val="F1E9F8"/>
                </a:solidFill>
                <a:latin typeface="Courier New" pitchFamily="34" charset="0"/>
                <a:ea typeface="Courier New" pitchFamily="34" charset="-122"/>
                <a:cs typeface="Courier New" pitchFamily="34" charset="-120"/>
                <a:hlinkClick r:id="rId5"/>
              </a:rPr>
              <a:t>shinyapps.io</a:t>
            </a:r>
            <a:r>
              <a:rPr lang="es-UY" sz="1200" b="1" dirty="0">
                <a:solidFill>
                  <a:srgbClr val="F1E9F8"/>
                </a:solidFill>
                <a:latin typeface="Courier New" pitchFamily="34" charset="0"/>
                <a:ea typeface="Courier New" pitchFamily="34" charset="-122"/>
                <a:cs typeface="Courier New" pitchFamily="34" charset="-120"/>
              </a:rPr>
              <a:t> </a:t>
            </a:r>
            <a:r>
              <a:rPr lang="es-UY" sz="1200" b="1" noProof="0" dirty="0">
                <a:solidFill>
                  <a:srgbClr val="F1E9F8"/>
                </a:solidFill>
                <a:latin typeface="Courier New" pitchFamily="34" charset="0"/>
                <a:ea typeface="Courier New" pitchFamily="34" charset="-122"/>
                <a:cs typeface="Courier New" pitchFamily="34" charset="-120"/>
              </a:rPr>
              <a:t>o </a:t>
            </a:r>
            <a:r>
              <a:rPr lang="es-UY" sz="1200" b="1" dirty="0">
                <a:solidFill>
                  <a:srgbClr val="F1E9F8"/>
                </a:solidFill>
                <a:latin typeface="Courier New" pitchFamily="34" charset="0"/>
                <a:ea typeface="Courier New" pitchFamily="34" charset="-122"/>
                <a:cs typeface="Courier New" pitchFamily="34" charset="-120"/>
              </a:rPr>
              <a:t>en </a:t>
            </a:r>
            <a:r>
              <a:rPr lang="es-UY" sz="1200" b="1" dirty="0">
                <a:solidFill>
                  <a:srgbClr val="F1E9F8"/>
                </a:solidFill>
                <a:latin typeface="Courier New" pitchFamily="34" charset="0"/>
                <a:ea typeface="Courier New" pitchFamily="34" charset="-122"/>
                <a:cs typeface="Courier New" pitchFamily="34" charset="-120"/>
                <a:hlinkClick r:id="rId6"/>
              </a:rPr>
              <a:t>connect.posit.cloud</a:t>
            </a:r>
            <a:endParaRPr lang="es-UY" sz="1200" b="1"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Aún no nos centramos en comprender el código, sino que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Próxima clase. Escribimos nuestra primera app.</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-Traer R instalado</a:t>
            </a:r>
          </a:p>
          <a:p>
            <a:pPr marL="0" indent="0">
              <a:buNone/>
            </a:pPr>
            <a:r>
              <a:rPr lang="es-UY" sz="3000" dirty="0">
                <a:solidFill>
                  <a:srgbClr val="FFFFFF"/>
                </a:solidFill>
                <a:latin typeface="Oswald" pitchFamily="34" charset="0"/>
              </a:rPr>
              <a:t>-Traer Rstudio instalado</a:t>
            </a:r>
          </a:p>
          <a:p>
            <a:pPr marL="0" indent="0">
              <a:buNone/>
            </a:pPr>
            <a:r>
              <a:rPr lang="es-UY" sz="3000" dirty="0">
                <a:solidFill>
                  <a:srgbClr val="FFFFFF"/>
                </a:solidFill>
                <a:latin typeface="Oswald" pitchFamily="34" charset="0"/>
              </a:rPr>
              <a:t>-Instalar los paquetes</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TotalTime>
  <Words>1261</Words>
  <Application>Microsoft Office PowerPoint</Application>
  <PresentationFormat>On-screen Show (16:9)</PresentationFormat>
  <Paragraphs>142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2026-09-27T00:02:19Z</dcterms:modified>
</cp:coreProperties>
</file>