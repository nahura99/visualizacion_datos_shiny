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6EA"/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FCFAA-7ECA-4D76-885D-D37ABD2E67D0}" v="5" dt="2026-09-26T20:20:07.191"/>
    <p1510:client id="{B3738FA6-AA2D-4EBC-9B7C-96428425D51A}" v="1" dt="2026-09-26T23:37:53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7T00:00:54.724" v="466" actId="20577"/>
      <pc:docMkLst>
        <pc:docMk/>
      </pc:docMkLst>
      <pc:sldChg chg="delSp modSp mod">
        <pc:chgData name="Nahuel Roel" userId="f57eb92d7f62e27b" providerId="LiveId" clId="{1698397B-2804-4513-BF38-7951CB4798F0}" dt="2026-09-27T00:00:46.997" v="461" actId="20577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20:28:10.416" v="39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6.768" v="4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7T00:00:46.997" v="46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3:37:51.647" v="432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3:37:50.289" v="431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4.027" v="40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7T00:00:54.724" v="466" actId="20577"/>
        <pc:sldMkLst>
          <pc:docMk/>
          <pc:sldMk cId="0" sldId="257"/>
        </pc:sldMkLst>
        <pc:spChg chg="del">
          <ac:chgData name="Nahuel Roel" userId="f57eb92d7f62e27b" providerId="LiveId" clId="{1698397B-2804-4513-BF38-7951CB4798F0}" dt="2026-09-26T20:28:06.699" v="39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01.996" v="39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4:04.882" v="302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7T00:00:54.724" v="466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20:20:05.060" v="224" actId="2057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20:20:05.060" v="22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29.308" v="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48.956" v="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4.894" v="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3.748" v="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4.559" v="8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1.569" v="3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0.686" v="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3.012" v="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1:55.088" v="31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4.479" v="8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9.016" v="113" actId="20577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13:52.235" v="66" actId="14100"/>
          <ac:spMkLst>
            <pc:docMk/>
            <pc:sldMk cId="0" sldId="258"/>
            <ac:spMk id="15" creationId="{1ED05ED1-CE50-06A2-178F-B4365671B18F}"/>
          </ac:spMkLst>
        </pc:spChg>
        <pc:spChg chg="add mod">
          <ac:chgData name="Nahuel Roel" userId="f57eb92d7f62e27b" providerId="LiveId" clId="{1698397B-2804-4513-BF38-7951CB4798F0}" dt="2026-09-26T20:19:49.957" v="214" actId="20577"/>
          <ac:spMkLst>
            <pc:docMk/>
            <pc:sldMk cId="0" sldId="258"/>
            <ac:spMk id="17" creationId="{1291722D-C809-2238-9939-339690D52438}"/>
          </ac:spMkLst>
        </pc:spChg>
        <pc:picChg chg="add mod">
          <ac:chgData name="Nahuel Roel" userId="f57eb92d7f62e27b" providerId="LiveId" clId="{1698397B-2804-4513-BF38-7951CB4798F0}" dt="2026-09-26T20:18:02.073" v="74" actId="1076"/>
          <ac:picMkLst>
            <pc:docMk/>
            <pc:sldMk cId="0" sldId="258"/>
            <ac:picMk id="19" creationId="{B4D1304C-9DB8-ADA7-9C94-5BFB501CEB80}"/>
          </ac:picMkLst>
        </pc:picChg>
      </pc:sldChg>
      <pc:sldChg chg="delSp modSp mod">
        <pc:chgData name="Nahuel Roel" userId="f57eb92d7f62e27b" providerId="LiveId" clId="{1698397B-2804-4513-BF38-7951CB4798F0}" dt="2026-09-26T20:27:08.471" v="394" actId="1076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20:25:29.611" v="34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31.966" v="350" actId="21"/>
          <ac:spMkLst>
            <pc:docMk/>
            <pc:sldMk cId="0" sldId="259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6:51.559" v="39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37.248" v="38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23" creationId="{00000000-0000-0000-0000-000000000000}"/>
          </ac:spMkLst>
        </pc:spChg>
      </pc:sldChg>
      <pc:sldChg chg="delSp mod">
        <pc:chgData name="Nahuel Roel" userId="f57eb92d7f62e27b" providerId="LiveId" clId="{1698397B-2804-4513-BF38-7951CB4798F0}" dt="2026-09-26T23:38:59.888" v="433" actId="478"/>
        <pc:sldMkLst>
          <pc:docMk/>
          <pc:sldMk cId="0" sldId="260"/>
        </pc:sldMkLst>
        <pc:spChg chg="del">
          <ac:chgData name="Nahuel Roel" userId="f57eb92d7f62e27b" providerId="LiveId" clId="{1698397B-2804-4513-BF38-7951CB4798F0}" dt="2026-09-26T23:38:59.888" v="433" actId="478"/>
          <ac:spMkLst>
            <pc:docMk/>
            <pc:sldMk cId="0" sldId="260"/>
            <ac:spMk id="3" creationId="{00000000-0000-0000-0000-000000000000}"/>
          </ac:spMkLst>
        </pc:spChg>
      </pc:sldChg>
      <pc:sldChg chg="delSp del mod">
        <pc:chgData name="Nahuel Roel" userId="f57eb92d7f62e27b" providerId="LiveId" clId="{1698397B-2804-4513-BF38-7951CB4798F0}" dt="2026-09-26T20:26:28.113" v="383" actId="47"/>
        <pc:sldMkLst>
          <pc:docMk/>
          <pc:sldMk cId="0" sldId="261"/>
        </pc:sldMkLst>
        <pc:spChg chg="del">
          <ac:chgData name="Nahuel Roel" userId="f57eb92d7f62e27b" providerId="LiveId" clId="{1698397B-2804-4513-BF38-7951CB4798F0}" dt="2026-09-26T20:25:52.738" v="363" actId="21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Nahuel Roel" userId="f57eb92d7f62e27b" providerId="LiveId" clId="{1698397B-2804-4513-BF38-7951CB4798F0}" dt="2026-09-26T20:26:23.366" v="382" actId="313"/>
        <pc:sldMkLst>
          <pc:docMk/>
          <pc:sldMk cId="0" sldId="262"/>
        </pc:sldMkLst>
        <pc:spChg chg="del">
          <ac:chgData name="Nahuel Roel" userId="f57eb92d7f62e27b" providerId="LiveId" clId="{1698397B-2804-4513-BF38-7951CB4798F0}" dt="2026-09-26T20:25:41.617" v="35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5:46.761" v="36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49.905" v="36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25:58.969" v="366" actId="1076"/>
          <ac:spMkLst>
            <pc:docMk/>
            <pc:sldMk cId="0" sldId="262"/>
            <ac:spMk id="6" creationId="{5DEF2027-0747-FA2E-1227-2DA6BFBD4726}"/>
          </ac:spMkLst>
        </pc:spChg>
        <pc:spChg chg="add mod">
          <ac:chgData name="Nahuel Roel" userId="f57eb92d7f62e27b" providerId="LiveId" clId="{1698397B-2804-4513-BF38-7951CB4798F0}" dt="2026-09-26T20:26:08.988" v="369" actId="1076"/>
          <ac:spMkLst>
            <pc:docMk/>
            <pc:sldMk cId="0" sldId="262"/>
            <ac:spMk id="8" creationId="{B76805F3-EB20-5347-6375-5560CC710DE1}"/>
          </ac:spMkLst>
        </pc:spChg>
        <pc:spChg chg="add mod">
          <ac:chgData name="Nahuel Roel" userId="f57eb92d7f62e27b" providerId="LiveId" clId="{1698397B-2804-4513-BF38-7951CB4798F0}" dt="2026-09-26T20:26:23.366" v="382" actId="313"/>
          <ac:spMkLst>
            <pc:docMk/>
            <pc:sldMk cId="0" sldId="262"/>
            <ac:spMk id="10" creationId="{B7E35F91-C4B0-63AC-AA54-9A7227871712}"/>
          </ac:spMkLst>
        </pc:spChg>
      </pc:sldChg>
      <pc:sldChg chg="addSp delSp modSp add mod ord">
        <pc:chgData name="Nahuel Roel" userId="f57eb92d7f62e27b" providerId="LiveId" clId="{1698397B-2804-4513-BF38-7951CB4798F0}" dt="2026-09-26T20:20:00.715" v="221" actId="1076"/>
        <pc:sldMkLst>
          <pc:docMk/>
          <pc:sldMk cId="245088736" sldId="263"/>
        </pc:sldMkLst>
        <pc:spChg chg="mod">
          <ac:chgData name="Nahuel Roel" userId="f57eb92d7f62e27b" providerId="LiveId" clId="{1698397B-2804-4513-BF38-7951CB4798F0}" dt="2026-09-26T20:20:00.715" v="221" actId="1076"/>
          <ac:spMkLst>
            <pc:docMk/>
            <pc:sldMk cId="245088736" sldId="263"/>
            <ac:spMk id="2" creationId="{45FBCF84-BF0C-00DD-1115-ECF03D12DDA6}"/>
          </ac:spMkLst>
        </pc:spChg>
        <pc:picChg chg="add mod modCrop">
          <ac:chgData name="Nahuel Roel" userId="f57eb92d7f62e27b" providerId="LiveId" clId="{1698397B-2804-4513-BF38-7951CB4798F0}" dt="2026-09-26T20:18:42.898" v="83" actId="14100"/>
          <ac:picMkLst>
            <pc:docMk/>
            <pc:sldMk cId="245088736" sldId="263"/>
            <ac:picMk id="4" creationId="{73C89965-8635-48DC-08A7-A026EB8E9D94}"/>
          </ac:picMkLst>
        </pc:picChg>
        <pc:picChg chg="del">
          <ac:chgData name="Nahuel Roel" userId="f57eb92d7f62e27b" providerId="LiveId" clId="{1698397B-2804-4513-BF38-7951CB4798F0}" dt="2026-09-26T20:18:28.706" v="76" actId="478"/>
          <ac:picMkLst>
            <pc:docMk/>
            <pc:sldMk cId="245088736" sldId="263"/>
            <ac:picMk id="19" creationId="{EE1F7891-58B8-4FC7-A75B-047789C4A474}"/>
          </ac:picMkLst>
        </pc:picChg>
      </pc:sldChg>
      <pc:sldChg chg="addSp delSp modSp add mod">
        <pc:chgData name="Nahuel Roel" userId="f57eb92d7f62e27b" providerId="LiveId" clId="{1698397B-2804-4513-BF38-7951CB4798F0}" dt="2026-09-26T20:23:33.699" v="261" actId="20577"/>
        <pc:sldMkLst>
          <pc:docMk/>
          <pc:sldMk cId="3812165332" sldId="264"/>
        </pc:sldMkLst>
        <pc:spChg chg="mod">
          <ac:chgData name="Nahuel Roel" userId="f57eb92d7f62e27b" providerId="LiveId" clId="{1698397B-2804-4513-BF38-7951CB4798F0}" dt="2026-09-26T20:20:09.480" v="227" actId="20577"/>
          <ac:spMkLst>
            <pc:docMk/>
            <pc:sldMk cId="3812165332" sldId="264"/>
            <ac:spMk id="2" creationId="{1B8BE186-2227-0AEE-46BF-1738518AF7E2}"/>
          </ac:spMkLst>
        </pc:spChg>
        <pc:spChg chg="mod">
          <ac:chgData name="Nahuel Roel" userId="f57eb92d7f62e27b" providerId="LiveId" clId="{1698397B-2804-4513-BF38-7951CB4798F0}" dt="2026-09-26T20:23:25.442" v="259" actId="20577"/>
          <ac:spMkLst>
            <pc:docMk/>
            <pc:sldMk cId="3812165332" sldId="264"/>
            <ac:spMk id="12" creationId="{FF346D48-99B4-78ED-CF54-DB6A3D402E26}"/>
          </ac:spMkLst>
        </pc:spChg>
        <pc:spChg chg="mod">
          <ac:chgData name="Nahuel Roel" userId="f57eb92d7f62e27b" providerId="LiveId" clId="{1698397B-2804-4513-BF38-7951CB4798F0}" dt="2026-09-26T20:23:33.699" v="261" actId="20577"/>
          <ac:spMkLst>
            <pc:docMk/>
            <pc:sldMk cId="3812165332" sldId="264"/>
            <ac:spMk id="13" creationId="{961D826F-99A4-C802-E6F8-FA059D329199}"/>
          </ac:spMkLst>
        </pc:spChg>
        <pc:spChg chg="mod">
          <ac:chgData name="Nahuel Roel" userId="f57eb92d7f62e27b" providerId="LiveId" clId="{1698397B-2804-4513-BF38-7951CB4798F0}" dt="2026-09-26T20:22:45.511" v="246" actId="313"/>
          <ac:spMkLst>
            <pc:docMk/>
            <pc:sldMk cId="3812165332" sldId="264"/>
            <ac:spMk id="17" creationId="{BFEECB63-4CC8-9CA3-665B-7BF2CFCADD52}"/>
          </ac:spMkLst>
        </pc:spChg>
        <pc:picChg chg="add del mod">
          <ac:chgData name="Nahuel Roel" userId="f57eb92d7f62e27b" providerId="LiveId" clId="{1698397B-2804-4513-BF38-7951CB4798F0}" dt="2026-09-26T20:22:48.333" v="248" actId="478"/>
          <ac:picMkLst>
            <pc:docMk/>
            <pc:sldMk cId="3812165332" sldId="264"/>
            <ac:picMk id="4" creationId="{9CDCAB2A-AA65-2A24-B758-C8DB3F2D7B8D}"/>
          </ac:picMkLst>
        </pc:picChg>
        <pc:picChg chg="add mod">
          <ac:chgData name="Nahuel Roel" userId="f57eb92d7f62e27b" providerId="LiveId" clId="{1698397B-2804-4513-BF38-7951CB4798F0}" dt="2026-09-26T20:23:12.245" v="255" actId="1076"/>
          <ac:picMkLst>
            <pc:docMk/>
            <pc:sldMk cId="3812165332" sldId="264"/>
            <ac:picMk id="6" creationId="{245D6323-744C-FC64-081D-3F6868E6F7DA}"/>
          </ac:picMkLst>
        </pc:picChg>
        <pc:picChg chg="add del">
          <ac:chgData name="Nahuel Roel" userId="f57eb92d7f62e27b" providerId="LiveId" clId="{1698397B-2804-4513-BF38-7951CB4798F0}" dt="2026-09-26T20:22:48.720" v="249" actId="478"/>
          <ac:picMkLst>
            <pc:docMk/>
            <pc:sldMk cId="3812165332" sldId="264"/>
            <ac:picMk id="19" creationId="{30F018FA-11D4-9F7F-4312-12FEA39A153C}"/>
          </ac:picMkLst>
        </pc:picChg>
      </pc:sldChg>
      <pc:sldChg chg="addSp delSp modSp add mod">
        <pc:chgData name="Nahuel Roel" userId="f57eb92d7f62e27b" providerId="LiveId" clId="{1698397B-2804-4513-BF38-7951CB4798F0}" dt="2026-09-26T20:25:14.207" v="315" actId="1076"/>
        <pc:sldMkLst>
          <pc:docMk/>
          <pc:sldMk cId="972062348" sldId="265"/>
        </pc:sldMkLst>
        <pc:spChg chg="mod">
          <ac:chgData name="Nahuel Roel" userId="f57eb92d7f62e27b" providerId="LiveId" clId="{1698397B-2804-4513-BF38-7951CB4798F0}" dt="2026-09-26T20:23:20.944" v="257" actId="20577"/>
          <ac:spMkLst>
            <pc:docMk/>
            <pc:sldMk cId="972062348" sldId="265"/>
            <ac:spMk id="2" creationId="{21E0B84E-B772-A594-B980-A7B918F749C6}"/>
          </ac:spMkLst>
        </pc:spChg>
        <pc:spChg chg="mod">
          <ac:chgData name="Nahuel Roel" userId="f57eb92d7f62e27b" providerId="LiveId" clId="{1698397B-2804-4513-BF38-7951CB4798F0}" dt="2026-09-26T20:24:17.128" v="303"/>
          <ac:spMkLst>
            <pc:docMk/>
            <pc:sldMk cId="972062348" sldId="265"/>
            <ac:spMk id="13" creationId="{0C2592C3-39BA-DB09-D0F1-BF73ED6DEC99}"/>
          </ac:spMkLst>
        </pc:spChg>
        <pc:spChg chg="mod">
          <ac:chgData name="Nahuel Roel" userId="f57eb92d7f62e27b" providerId="LiveId" clId="{1698397B-2804-4513-BF38-7951CB4798F0}" dt="2026-09-26T20:24:37.628" v="307" actId="114"/>
          <ac:spMkLst>
            <pc:docMk/>
            <pc:sldMk cId="972062348" sldId="265"/>
            <ac:spMk id="17" creationId="{90C1F140-6606-DACA-D829-EF5414EB787C}"/>
          </ac:spMkLst>
        </pc:spChg>
        <pc:picChg chg="add mod">
          <ac:chgData name="Nahuel Roel" userId="f57eb92d7f62e27b" providerId="LiveId" clId="{1698397B-2804-4513-BF38-7951CB4798F0}" dt="2026-09-26T20:25:14.207" v="315" actId="1076"/>
          <ac:picMkLst>
            <pc:docMk/>
            <pc:sldMk cId="972062348" sldId="265"/>
            <ac:picMk id="4" creationId="{D54C38F1-EA41-E117-080D-6E72D97DB534}"/>
          </ac:picMkLst>
        </pc:picChg>
        <pc:picChg chg="del">
          <ac:chgData name="Nahuel Roel" userId="f57eb92d7f62e27b" providerId="LiveId" clId="{1698397B-2804-4513-BF38-7951CB4798F0}" dt="2026-09-26T20:25:01.274" v="308" actId="478"/>
          <ac:picMkLst>
            <pc:docMk/>
            <pc:sldMk cId="972062348" sldId="265"/>
            <ac:picMk id="6" creationId="{21AE8783-30D3-B8F4-173A-AB2594BA40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2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F366-B1AE-D3B5-0FA2-E78D025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7C39E-486C-E1F3-7DAC-2679F87D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6AA2-6AA0-AD02-EEEE-5B7A87DA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9FAD-01DA-896F-5923-C419DFEF6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B7E8-D664-8419-CBB0-25A18640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50BBC-1509-CC64-7D62-E0AF895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312B-8A5C-0CE5-C2A0-DC718956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3D8D-1FAE-C4AD-88F9-72D9126D0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2FF5-C0AA-82F2-DEEA-B992D2D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5CBF-18AB-462F-4173-771BCA9B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B757-E631-A6F9-48D2-A4E45CB8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1EA3-E659-1AB4-498B-0A29BBB58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9723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de preparación</a:t>
            </a:r>
          </a:p>
          <a:p>
            <a:pPr marL="0" indent="0">
              <a:buNone/>
            </a:pPr>
            <a:r>
              <a:rPr lang="en-US" sz="34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Nivelación</a:t>
            </a: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. </a:t>
            </a:r>
            <a:r>
              <a:rPr lang="en-US" sz="34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Fundamentos</a:t>
            </a: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de 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3478237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Instalar, conocer RStudio y correr la primera 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R, RStudio y los paquetes del curso.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RStudio, el script, la consola y el proyecto.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Manejar lo básico de R, objetos, funciones y tablas.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y cerrar la primera app de Shiny.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C1b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87E5-8703-B3F1-202C-019405C6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Paso a paso (1)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todo instalado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R, después RStudio. Los paquetes se instalan una sola vez con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install.packages()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s-E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curso siempre desde el archivo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.Rproj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Así R sabe dónde están los datos.</a:t>
            </a:r>
          </a:p>
        </p:txBody>
      </p:sp>
      <p:pic>
        <p:nvPicPr>
          <p:cNvPr id="22" name="Picture 21" descr="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68901"/>
            <a:ext cx="4480560" cy="2102876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Paso a paso (2)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paneles de RStudio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script se escribe y se guarda.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Enter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manda la línea a la consola, donde aparece el resultado.</a:t>
            </a:r>
          </a:p>
          <a:p>
            <a:endParaRPr lang="es-ES" sz="1400" b="1" dirty="0" err="1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también salen en la consola. Leerlos con calma es la mitad del trabajo.</a:t>
            </a:r>
          </a:p>
        </p:txBody>
      </p:sp>
      <p:pic>
        <p:nvPicPr>
          <p:cNvPr id="24" name="Picture 23" descr="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20165"/>
            <a:ext cx="4480560" cy="280035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0E934-62F6-A5C9-E40F-E4BB9C11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Paso a paso (3)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básico de R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guarda un valor en un objeto.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arma un vector.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read.csv()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lee una tabla, un data frame.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elecciones$emitidos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elige una columna y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suma. Todo está en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clase0/primeros_pasos.R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pic>
        <p:nvPicPr>
          <p:cNvPr id="22" name="Picture 21" descr="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471757"/>
            <a:ext cx="4480560" cy="2497165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1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2A5-84ED-4A29-64A9-81D23D5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Paso a paso (4)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4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Shiny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tiene tres piezas,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shinyApp()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corre con el botón Run App y se cierra con STOP o Esc.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 la primera zona de pruebas del curso.</a:t>
            </a:r>
            <a:endParaRPr lang="en-US" sz="1300" dirty="0"/>
          </a:p>
        </p:txBody>
      </p:sp>
      <p:pic>
        <p:nvPicPr>
          <p:cNvPr id="22" name="Picture 21" descr="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96557"/>
            <a:ext cx="4480560" cy="1447565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206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 &lt;- valor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un valor con un nombre.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c() y vector[1]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valores juntos, y cómo elegir uno.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sum(), mean(), paste0()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Funciones, reciben algo y devuelven un resultado.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install.packages() y library()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una vez, activar cada vez.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getwd() y read.csv()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parado R y cómo lee un CSV.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datos$columna y datos[filas, columnas]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partes de un data frame.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ui, server y shinyApp()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piezas de toda app de Shiny.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library(shiny)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  &lt;- "Hola, Shiny"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 &lt;- "Esta es mi primera app."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&lt;- fluidPage(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titlePanel(TITULO),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p(MENSAJE),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p("Todo lo que ves acá está escrito en R.")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&lt;- function(input, output, session) 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shinyApp(ui = ui, server = server)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1646" y="327074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clase, el curso y la primera app con datos.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EF2027-0747-FA2E-1227-2DA6BFBD4726}"/>
              </a:ext>
            </a:extLst>
          </p:cNvPr>
          <p:cNvSpPr txBox="1"/>
          <p:nvPr/>
        </p:nvSpPr>
        <p:spPr>
          <a:xfrm>
            <a:off x="777240" y="147007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76805F3-EB20-5347-6375-5560CC710DE1}"/>
              </a:ext>
            </a:extLst>
          </p:cNvPr>
          <p:cNvSpPr/>
          <p:nvPr/>
        </p:nvSpPr>
        <p:spPr>
          <a:xfrm>
            <a:off x="946053" y="2198334"/>
            <a:ext cx="6756009" cy="1670025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7E35F91-C4B0-63AC-AA54-9A7227871712}"/>
              </a:ext>
            </a:extLst>
          </p:cNvPr>
          <p:cNvSpPr txBox="1"/>
          <p:nvPr/>
        </p:nvSpPr>
        <p:spPr>
          <a:xfrm>
            <a:off x="1311813" y="2381214"/>
            <a:ext cx="6148727" cy="136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Cambiá TITULO y MENSAJE en la zona de pruebas y agregá un p() con tu nombre. Después corré primeros_pasos.R de punta a punta.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527</Words>
  <Application>Microsoft Office PowerPoint</Application>
  <PresentationFormat>On-screen Show (16:9)</PresentationFormat>
  <Paragraphs>81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Interfaz de Usuario (UI)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2026-09-27T00:00:57Z</dcterms:modified>
</cp:coreProperties>
</file>