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58" r:id="rId5"/>
    <p:sldId id="264" r:id="rId6"/>
    <p:sldId id="265" r:id="rId7"/>
    <p:sldId id="259" r:id="rId8"/>
    <p:sldId id="260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76EA"/>
    <a:srgbClr val="5A18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1FCFAA-7ECA-4D76-885D-D37ABD2E67D0}" v="5" dt="2026-09-26T20:20:07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huel Roel" userId="f57eb92d7f62e27b" providerId="LiveId" clId="{1698397B-2804-4513-BF38-7951CB4798F0}"/>
    <pc:docChg chg="undo redo custSel addSld delSld modSld sldOrd">
      <pc:chgData name="Nahuel Roel" userId="f57eb92d7f62e27b" providerId="LiveId" clId="{1698397B-2804-4513-BF38-7951CB4798F0}" dt="2026-09-26T20:28:16.768" v="401" actId="478"/>
      <pc:docMkLst>
        <pc:docMk/>
      </pc:docMkLst>
      <pc:sldChg chg="delSp modSp mod">
        <pc:chgData name="Nahuel Roel" userId="f57eb92d7f62e27b" providerId="LiveId" clId="{1698397B-2804-4513-BF38-7951CB4798F0}" dt="2026-09-26T20:28:16.768" v="401" actId="478"/>
        <pc:sldMkLst>
          <pc:docMk/>
          <pc:sldMk cId="0" sldId="256"/>
        </pc:sldMkLst>
        <pc:spChg chg="mod">
          <ac:chgData name="Nahuel Roel" userId="f57eb92d7f62e27b" providerId="LiveId" clId="{1698397B-2804-4513-BF38-7951CB4798F0}" dt="2026-09-26T20:28:10.416" v="398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6.768" v="40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12.245" v="399" actId="1076"/>
          <ac:spMkLst>
            <pc:docMk/>
            <pc:sldMk cId="0" sldId="256"/>
            <ac:spMk id="6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14.027" v="400" actId="478"/>
          <ac:spMkLst>
            <pc:docMk/>
            <pc:sldMk cId="0" sldId="256"/>
            <ac:spMk id="7" creationId="{00000000-0000-0000-0000-000000000000}"/>
          </ac:spMkLst>
        </pc:spChg>
      </pc:sldChg>
      <pc:sldChg chg="delSp modSp mod">
        <pc:chgData name="Nahuel Roel" userId="f57eb92d7f62e27b" providerId="LiveId" clId="{1698397B-2804-4513-BF38-7951CB4798F0}" dt="2026-09-26T20:28:06.699" v="397" actId="478"/>
        <pc:sldMkLst>
          <pc:docMk/>
          <pc:sldMk cId="0" sldId="257"/>
        </pc:sldMkLst>
        <pc:spChg chg="del">
          <ac:chgData name="Nahuel Roel" userId="f57eb92d7f62e27b" providerId="LiveId" clId="{1698397B-2804-4513-BF38-7951CB4798F0}" dt="2026-09-26T20:28:06.699" v="397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8:01.996" v="395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4:04.882" v="302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8:04.870" v="396" actId="20577"/>
          <ac:spMkLst>
            <pc:docMk/>
            <pc:sldMk cId="0" sldId="257"/>
            <ac:spMk id="17" creationId="{00000000-0000-0000-0000-000000000000}"/>
          </ac:spMkLst>
        </pc:spChg>
      </pc:sldChg>
      <pc:sldChg chg="addSp delSp modSp mod">
        <pc:chgData name="Nahuel Roel" userId="f57eb92d7f62e27b" providerId="LiveId" clId="{1698397B-2804-4513-BF38-7951CB4798F0}" dt="2026-09-26T20:20:05.060" v="224" actId="20577"/>
        <pc:sldMkLst>
          <pc:docMk/>
          <pc:sldMk cId="0" sldId="258"/>
        </pc:sldMkLst>
        <pc:spChg chg="mod">
          <ac:chgData name="Nahuel Roel" userId="f57eb92d7f62e27b" providerId="LiveId" clId="{1698397B-2804-4513-BF38-7951CB4798F0}" dt="2026-09-26T20:20:05.060" v="224" actId="20577"/>
          <ac:spMkLst>
            <pc:docMk/>
            <pc:sldMk cId="0" sldId="258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29.308" v="0" actId="478"/>
          <ac:spMkLst>
            <pc:docMk/>
            <pc:sldMk cId="0" sldId="258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48.956" v="17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4.894" v="9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3.748" v="6" actId="478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4.559" v="8" actId="478"/>
          <ac:spMkLst>
            <pc:docMk/>
            <pc:sldMk cId="0" sldId="258"/>
            <ac:spMk id="7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1.569" v="3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10:30.686" v="1" actId="478"/>
          <ac:spMkLst>
            <pc:docMk/>
            <pc:sldMk cId="0" sldId="258"/>
            <ac:spMk id="9" creationId="{00000000-0000-0000-0000-000000000000}"/>
          </ac:spMkLst>
        </pc:spChg>
        <pc:spChg chg="del mod">
          <ac:chgData name="Nahuel Roel" userId="f57eb92d7f62e27b" providerId="LiveId" clId="{1698397B-2804-4513-BF38-7951CB4798F0}" dt="2026-09-26T20:10:33.012" v="5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1:55.088" v="31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4.479" v="86" actId="20577"/>
          <ac:spMkLst>
            <pc:docMk/>
            <pc:sldMk cId="0" sldId="258"/>
            <ac:spMk id="1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18:59.016" v="113" actId="20577"/>
          <ac:spMkLst>
            <pc:docMk/>
            <pc:sldMk cId="0" sldId="258"/>
            <ac:spMk id="13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13:52.235" v="66" actId="14100"/>
          <ac:spMkLst>
            <pc:docMk/>
            <pc:sldMk cId="0" sldId="258"/>
            <ac:spMk id="15" creationId="{1ED05ED1-CE50-06A2-178F-B4365671B18F}"/>
          </ac:spMkLst>
        </pc:spChg>
        <pc:spChg chg="add mod">
          <ac:chgData name="Nahuel Roel" userId="f57eb92d7f62e27b" providerId="LiveId" clId="{1698397B-2804-4513-BF38-7951CB4798F0}" dt="2026-09-26T20:19:49.957" v="214" actId="20577"/>
          <ac:spMkLst>
            <pc:docMk/>
            <pc:sldMk cId="0" sldId="258"/>
            <ac:spMk id="17" creationId="{1291722D-C809-2238-9939-339690D52438}"/>
          </ac:spMkLst>
        </pc:spChg>
        <pc:picChg chg="add mod">
          <ac:chgData name="Nahuel Roel" userId="f57eb92d7f62e27b" providerId="LiveId" clId="{1698397B-2804-4513-BF38-7951CB4798F0}" dt="2026-09-26T20:18:02.073" v="74" actId="1076"/>
          <ac:picMkLst>
            <pc:docMk/>
            <pc:sldMk cId="0" sldId="258"/>
            <ac:picMk id="19" creationId="{B4D1304C-9DB8-ADA7-9C94-5BFB501CEB80}"/>
          </ac:picMkLst>
        </pc:picChg>
      </pc:sldChg>
      <pc:sldChg chg="delSp modSp mod">
        <pc:chgData name="Nahuel Roel" userId="f57eb92d7f62e27b" providerId="LiveId" clId="{1698397B-2804-4513-BF38-7951CB4798F0}" dt="2026-09-26T20:27:08.471" v="394" actId="1076"/>
        <pc:sldMkLst>
          <pc:docMk/>
          <pc:sldMk cId="0" sldId="259"/>
        </pc:sldMkLst>
        <pc:spChg chg="mod">
          <ac:chgData name="Nahuel Roel" userId="f57eb92d7f62e27b" providerId="LiveId" clId="{1698397B-2804-4513-BF38-7951CB4798F0}" dt="2026-09-26T20:25:29.611" v="349" actId="20577"/>
          <ac:spMkLst>
            <pc:docMk/>
            <pc:sldMk cId="0" sldId="259"/>
            <ac:spMk id="2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31.966" v="350" actId="21"/>
          <ac:spMkLst>
            <pc:docMk/>
            <pc:sldMk cId="0" sldId="259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6:51.559" v="390" actId="478"/>
          <ac:spMkLst>
            <pc:docMk/>
            <pc:sldMk cId="0" sldId="259"/>
            <ac:spMk id="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37.248" v="388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7:08.471" v="394" actId="1076"/>
          <ac:spMkLst>
            <pc:docMk/>
            <pc:sldMk cId="0" sldId="259"/>
            <ac:spMk id="2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6:49.641" v="389" actId="207"/>
          <ac:spMkLst>
            <pc:docMk/>
            <pc:sldMk cId="0" sldId="259"/>
            <ac:spMk id="23" creationId="{00000000-0000-0000-0000-000000000000}"/>
          </ac:spMkLst>
        </pc:spChg>
      </pc:sldChg>
      <pc:sldChg chg="delSp del mod">
        <pc:chgData name="Nahuel Roel" userId="f57eb92d7f62e27b" providerId="LiveId" clId="{1698397B-2804-4513-BF38-7951CB4798F0}" dt="2026-09-26T20:26:28.113" v="383" actId="47"/>
        <pc:sldMkLst>
          <pc:docMk/>
          <pc:sldMk cId="0" sldId="261"/>
        </pc:sldMkLst>
        <pc:spChg chg="del">
          <ac:chgData name="Nahuel Roel" userId="f57eb92d7f62e27b" providerId="LiveId" clId="{1698397B-2804-4513-BF38-7951CB4798F0}" dt="2026-09-26T20:25:52.738" v="363" actId="21"/>
          <ac:spMkLst>
            <pc:docMk/>
            <pc:sldMk cId="0" sldId="261"/>
            <ac:spMk id="2" creationId="{00000000-0000-0000-0000-000000000000}"/>
          </ac:spMkLst>
        </pc:spChg>
      </pc:sldChg>
      <pc:sldChg chg="addSp delSp modSp mod ord">
        <pc:chgData name="Nahuel Roel" userId="f57eb92d7f62e27b" providerId="LiveId" clId="{1698397B-2804-4513-BF38-7951CB4798F0}" dt="2026-09-26T20:26:23.366" v="382" actId="313"/>
        <pc:sldMkLst>
          <pc:docMk/>
          <pc:sldMk cId="0" sldId="262"/>
        </pc:sldMkLst>
        <pc:spChg chg="del">
          <ac:chgData name="Nahuel Roel" userId="f57eb92d7f62e27b" providerId="LiveId" clId="{1698397B-2804-4513-BF38-7951CB4798F0}" dt="2026-09-26T20:25:41.617" v="353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Nahuel Roel" userId="f57eb92d7f62e27b" providerId="LiveId" clId="{1698397B-2804-4513-BF38-7951CB4798F0}" dt="2026-09-26T20:25:46.761" v="361" actId="20577"/>
          <ac:spMkLst>
            <pc:docMk/>
            <pc:sldMk cId="0" sldId="262"/>
            <ac:spMk id="3" creationId="{00000000-0000-0000-0000-000000000000}"/>
          </ac:spMkLst>
        </pc:spChg>
        <pc:spChg chg="del">
          <ac:chgData name="Nahuel Roel" userId="f57eb92d7f62e27b" providerId="LiveId" clId="{1698397B-2804-4513-BF38-7951CB4798F0}" dt="2026-09-26T20:25:49.905" v="362" actId="478"/>
          <ac:spMkLst>
            <pc:docMk/>
            <pc:sldMk cId="0" sldId="262"/>
            <ac:spMk id="4" creationId="{00000000-0000-0000-0000-000000000000}"/>
          </ac:spMkLst>
        </pc:spChg>
        <pc:spChg chg="add mod">
          <ac:chgData name="Nahuel Roel" userId="f57eb92d7f62e27b" providerId="LiveId" clId="{1698397B-2804-4513-BF38-7951CB4798F0}" dt="2026-09-26T20:25:58.969" v="366" actId="1076"/>
          <ac:spMkLst>
            <pc:docMk/>
            <pc:sldMk cId="0" sldId="262"/>
            <ac:spMk id="6" creationId="{5DEF2027-0747-FA2E-1227-2DA6BFBD4726}"/>
          </ac:spMkLst>
        </pc:spChg>
        <pc:spChg chg="add mod">
          <ac:chgData name="Nahuel Roel" userId="f57eb92d7f62e27b" providerId="LiveId" clId="{1698397B-2804-4513-BF38-7951CB4798F0}" dt="2026-09-26T20:26:08.988" v="369" actId="1076"/>
          <ac:spMkLst>
            <pc:docMk/>
            <pc:sldMk cId="0" sldId="262"/>
            <ac:spMk id="8" creationId="{B76805F3-EB20-5347-6375-5560CC710DE1}"/>
          </ac:spMkLst>
        </pc:spChg>
        <pc:spChg chg="add mod">
          <ac:chgData name="Nahuel Roel" userId="f57eb92d7f62e27b" providerId="LiveId" clId="{1698397B-2804-4513-BF38-7951CB4798F0}" dt="2026-09-26T20:26:23.366" v="382" actId="313"/>
          <ac:spMkLst>
            <pc:docMk/>
            <pc:sldMk cId="0" sldId="262"/>
            <ac:spMk id="10" creationId="{B7E35F91-C4B0-63AC-AA54-9A7227871712}"/>
          </ac:spMkLst>
        </pc:spChg>
      </pc:sldChg>
      <pc:sldChg chg="addSp delSp modSp add mod ord">
        <pc:chgData name="Nahuel Roel" userId="f57eb92d7f62e27b" providerId="LiveId" clId="{1698397B-2804-4513-BF38-7951CB4798F0}" dt="2026-09-26T20:20:00.715" v="221" actId="1076"/>
        <pc:sldMkLst>
          <pc:docMk/>
          <pc:sldMk cId="245088736" sldId="263"/>
        </pc:sldMkLst>
        <pc:spChg chg="mod">
          <ac:chgData name="Nahuel Roel" userId="f57eb92d7f62e27b" providerId="LiveId" clId="{1698397B-2804-4513-BF38-7951CB4798F0}" dt="2026-09-26T20:20:00.715" v="221" actId="1076"/>
          <ac:spMkLst>
            <pc:docMk/>
            <pc:sldMk cId="245088736" sldId="263"/>
            <ac:spMk id="2" creationId="{45FBCF84-BF0C-00DD-1115-ECF03D12DDA6}"/>
          </ac:spMkLst>
        </pc:spChg>
        <pc:picChg chg="add mod modCrop">
          <ac:chgData name="Nahuel Roel" userId="f57eb92d7f62e27b" providerId="LiveId" clId="{1698397B-2804-4513-BF38-7951CB4798F0}" dt="2026-09-26T20:18:42.898" v="83" actId="14100"/>
          <ac:picMkLst>
            <pc:docMk/>
            <pc:sldMk cId="245088736" sldId="263"/>
            <ac:picMk id="4" creationId="{73C89965-8635-48DC-08A7-A026EB8E9D94}"/>
          </ac:picMkLst>
        </pc:picChg>
        <pc:picChg chg="del">
          <ac:chgData name="Nahuel Roel" userId="f57eb92d7f62e27b" providerId="LiveId" clId="{1698397B-2804-4513-BF38-7951CB4798F0}" dt="2026-09-26T20:18:28.706" v="76" actId="478"/>
          <ac:picMkLst>
            <pc:docMk/>
            <pc:sldMk cId="245088736" sldId="263"/>
            <ac:picMk id="19" creationId="{EE1F7891-58B8-4FC7-A75B-047789C4A474}"/>
          </ac:picMkLst>
        </pc:picChg>
      </pc:sldChg>
      <pc:sldChg chg="addSp delSp modSp add mod">
        <pc:chgData name="Nahuel Roel" userId="f57eb92d7f62e27b" providerId="LiveId" clId="{1698397B-2804-4513-BF38-7951CB4798F0}" dt="2026-09-26T20:23:33.699" v="261" actId="20577"/>
        <pc:sldMkLst>
          <pc:docMk/>
          <pc:sldMk cId="3812165332" sldId="264"/>
        </pc:sldMkLst>
        <pc:spChg chg="mod">
          <ac:chgData name="Nahuel Roel" userId="f57eb92d7f62e27b" providerId="LiveId" clId="{1698397B-2804-4513-BF38-7951CB4798F0}" dt="2026-09-26T20:20:09.480" v="227" actId="20577"/>
          <ac:spMkLst>
            <pc:docMk/>
            <pc:sldMk cId="3812165332" sldId="264"/>
            <ac:spMk id="2" creationId="{1B8BE186-2227-0AEE-46BF-1738518AF7E2}"/>
          </ac:spMkLst>
        </pc:spChg>
        <pc:spChg chg="mod">
          <ac:chgData name="Nahuel Roel" userId="f57eb92d7f62e27b" providerId="LiveId" clId="{1698397B-2804-4513-BF38-7951CB4798F0}" dt="2026-09-26T20:23:25.442" v="259" actId="20577"/>
          <ac:spMkLst>
            <pc:docMk/>
            <pc:sldMk cId="3812165332" sldId="264"/>
            <ac:spMk id="12" creationId="{FF346D48-99B4-78ED-CF54-DB6A3D402E26}"/>
          </ac:spMkLst>
        </pc:spChg>
        <pc:spChg chg="mod">
          <ac:chgData name="Nahuel Roel" userId="f57eb92d7f62e27b" providerId="LiveId" clId="{1698397B-2804-4513-BF38-7951CB4798F0}" dt="2026-09-26T20:23:33.699" v="261" actId="20577"/>
          <ac:spMkLst>
            <pc:docMk/>
            <pc:sldMk cId="3812165332" sldId="264"/>
            <ac:spMk id="13" creationId="{961D826F-99A4-C802-E6F8-FA059D329199}"/>
          </ac:spMkLst>
        </pc:spChg>
        <pc:spChg chg="mod">
          <ac:chgData name="Nahuel Roel" userId="f57eb92d7f62e27b" providerId="LiveId" clId="{1698397B-2804-4513-BF38-7951CB4798F0}" dt="2026-09-26T20:22:45.511" v="246" actId="313"/>
          <ac:spMkLst>
            <pc:docMk/>
            <pc:sldMk cId="3812165332" sldId="264"/>
            <ac:spMk id="17" creationId="{BFEECB63-4CC8-9CA3-665B-7BF2CFCADD52}"/>
          </ac:spMkLst>
        </pc:spChg>
        <pc:picChg chg="add del mod">
          <ac:chgData name="Nahuel Roel" userId="f57eb92d7f62e27b" providerId="LiveId" clId="{1698397B-2804-4513-BF38-7951CB4798F0}" dt="2026-09-26T20:22:48.333" v="248" actId="478"/>
          <ac:picMkLst>
            <pc:docMk/>
            <pc:sldMk cId="3812165332" sldId="264"/>
            <ac:picMk id="4" creationId="{9CDCAB2A-AA65-2A24-B758-C8DB3F2D7B8D}"/>
          </ac:picMkLst>
        </pc:picChg>
        <pc:picChg chg="add mod">
          <ac:chgData name="Nahuel Roel" userId="f57eb92d7f62e27b" providerId="LiveId" clId="{1698397B-2804-4513-BF38-7951CB4798F0}" dt="2026-09-26T20:23:12.245" v="255" actId="1076"/>
          <ac:picMkLst>
            <pc:docMk/>
            <pc:sldMk cId="3812165332" sldId="264"/>
            <ac:picMk id="6" creationId="{245D6323-744C-FC64-081D-3F6868E6F7DA}"/>
          </ac:picMkLst>
        </pc:picChg>
        <pc:picChg chg="add del">
          <ac:chgData name="Nahuel Roel" userId="f57eb92d7f62e27b" providerId="LiveId" clId="{1698397B-2804-4513-BF38-7951CB4798F0}" dt="2026-09-26T20:22:48.720" v="249" actId="478"/>
          <ac:picMkLst>
            <pc:docMk/>
            <pc:sldMk cId="3812165332" sldId="264"/>
            <ac:picMk id="19" creationId="{30F018FA-11D4-9F7F-4312-12FEA39A153C}"/>
          </ac:picMkLst>
        </pc:picChg>
      </pc:sldChg>
      <pc:sldChg chg="addSp delSp modSp add mod">
        <pc:chgData name="Nahuel Roel" userId="f57eb92d7f62e27b" providerId="LiveId" clId="{1698397B-2804-4513-BF38-7951CB4798F0}" dt="2026-09-26T20:25:14.207" v="315" actId="1076"/>
        <pc:sldMkLst>
          <pc:docMk/>
          <pc:sldMk cId="972062348" sldId="265"/>
        </pc:sldMkLst>
        <pc:spChg chg="mod">
          <ac:chgData name="Nahuel Roel" userId="f57eb92d7f62e27b" providerId="LiveId" clId="{1698397B-2804-4513-BF38-7951CB4798F0}" dt="2026-09-26T20:23:20.944" v="257" actId="20577"/>
          <ac:spMkLst>
            <pc:docMk/>
            <pc:sldMk cId="972062348" sldId="265"/>
            <ac:spMk id="2" creationId="{21E0B84E-B772-A594-B980-A7B918F749C6}"/>
          </ac:spMkLst>
        </pc:spChg>
        <pc:spChg chg="mod">
          <ac:chgData name="Nahuel Roel" userId="f57eb92d7f62e27b" providerId="LiveId" clId="{1698397B-2804-4513-BF38-7951CB4798F0}" dt="2026-09-26T20:24:17.128" v="303"/>
          <ac:spMkLst>
            <pc:docMk/>
            <pc:sldMk cId="972062348" sldId="265"/>
            <ac:spMk id="13" creationId="{0C2592C3-39BA-DB09-D0F1-BF73ED6DEC99}"/>
          </ac:spMkLst>
        </pc:spChg>
        <pc:spChg chg="mod">
          <ac:chgData name="Nahuel Roel" userId="f57eb92d7f62e27b" providerId="LiveId" clId="{1698397B-2804-4513-BF38-7951CB4798F0}" dt="2026-09-26T20:24:37.628" v="307" actId="114"/>
          <ac:spMkLst>
            <pc:docMk/>
            <pc:sldMk cId="972062348" sldId="265"/>
            <ac:spMk id="17" creationId="{90C1F140-6606-DACA-D829-EF5414EB787C}"/>
          </ac:spMkLst>
        </pc:spChg>
        <pc:picChg chg="add mod">
          <ac:chgData name="Nahuel Roel" userId="f57eb92d7f62e27b" providerId="LiveId" clId="{1698397B-2804-4513-BF38-7951CB4798F0}" dt="2026-09-26T20:25:14.207" v="315" actId="1076"/>
          <ac:picMkLst>
            <pc:docMk/>
            <pc:sldMk cId="972062348" sldId="265"/>
            <ac:picMk id="4" creationId="{D54C38F1-EA41-E117-080D-6E72D97DB534}"/>
          </ac:picMkLst>
        </pc:picChg>
        <pc:picChg chg="del">
          <ac:chgData name="Nahuel Roel" userId="f57eb92d7f62e27b" providerId="LiveId" clId="{1698397B-2804-4513-BF38-7951CB4798F0}" dt="2026-09-26T20:25:01.274" v="308" actId="478"/>
          <ac:picMkLst>
            <pc:docMk/>
            <pc:sldMk cId="972062348" sldId="265"/>
            <ac:picMk id="6" creationId="{21AE8783-30D3-B8F4-173A-AB2594BA400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520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6F366-B1AE-D3B5-0FA2-E78D02510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7C39E-486C-E1F3-7DAC-2679F87D75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0B6AA2-6AA0-AD02-EEEE-5B7A87DA9D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69FAD-01DA-896F-5923-C419DFEF6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225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B7E8-D664-8419-CBB0-25A18640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50BBC-1509-CC64-7D62-E0AF89569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312B-8A5C-0CE5-C2A0-DC7189561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63D8D-1FAE-C4AD-88F9-72D9126D0A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225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2FF5-C0AA-82F2-DEEA-B992D2D9B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85CBF-18AB-462F-4173-771BCA9B7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8AB757-E631-A6F9-48D2-A4E45CB8F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491EA3-E659-1AB4-498B-0A29BBB58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1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97230"/>
            <a:ext cx="749808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1188720" y="13716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Interfaz de Usuario (UI)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060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Layouts, paneles, pestañas y etiquetas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9718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1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Objetivos de la clase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la pantalla con sidebarLayout(), filas y columnas.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029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contenido en pestañas.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29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788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HTML desde R para guiar al usuario.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457200" cy="457200"/>
          </a:xfrm>
          <a:prstGeom prst="ellipse">
            <a:avLst/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29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566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</a:t>
            </a: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una Interacción con el </a:t>
            </a:r>
            <a:r>
              <a:rPr lang="en-US" sz="15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r>
              <a:rPr lang="en-US" sz="15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Un filtro de región.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10972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0" b="1" dirty="0">
                <a:solidFill>
                  <a:srgbClr val="F4ECFB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C3</a:t>
            </a:r>
            <a:endParaRPr lang="en-US" sz="1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9D87E5-8703-B3F1-202C-019405C6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5FBCF84-BF0C-00DD-1115-ECF03D12DDA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(1)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E4D2BBF-BB0F-7CF4-3842-6325D6A2CD35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7EA7703-08D4-E6C4-4FDB-5B08F7881055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1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3082800-1689-F508-4C9C-8E0187A18BDD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lateral, filas y columnas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E750D06A-626A-4348-CA99-CE04C627A232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3440954-5CFF-06C7-8641-E2E38BA6F847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sidebarLayout(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sidebarPanel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(...),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mainPanel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(...)) </a:t>
            </a:r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la pantalla en una barra y un panel principal, y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elige de qué lado va la barra. </a:t>
            </a:r>
          </a:p>
          <a:p>
            <a:endParaRPr lang="es-ES" sz="1400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panel, </a:t>
            </a:r>
            <a:r>
              <a:rPr lang="es-E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fluidRow</a:t>
            </a:r>
            <a:r>
              <a:rPr lang="es-E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una fila y </a:t>
            </a:r>
            <a:r>
              <a:rPr lang="es-ES" sz="1400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r>
              <a:rPr lang="es-ES" sz="1400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(4, ...) </a:t>
            </a:r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4 de sus 12 columnas, así que tres de ellas llenan el ancho.</a:t>
            </a:r>
            <a:endParaRPr lang="en-US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C89965-8635-48DC-08A7-A026EB8E9D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471"/>
          <a:stretch>
            <a:fillRect/>
          </a:stretch>
        </p:blipFill>
        <p:spPr>
          <a:xfrm>
            <a:off x="4441874" y="640080"/>
            <a:ext cx="4600754" cy="3671668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088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(2)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Distribuir info en pestañas</a:t>
            </a:r>
            <a:endParaRPr lang="en-US" sz="130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1ED05ED1-CE50-06A2-178F-B4365671B18F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91722D-C809-2238-9939-339690D52438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tabsetPanel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 las pestañas y cada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tabPanel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("Nombre", ...) 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pestaña con su contenido.</a:t>
            </a:r>
          </a:p>
          <a:p>
            <a:endParaRPr lang="es-E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= "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pills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muestran como botones.</a:t>
            </a:r>
          </a:p>
          <a:p>
            <a:endParaRPr lang="es-ES" sz="1400" b="1" dirty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permite dividir la información entre la tabla y las referencias de ayuda.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D1304C-9DB8-ADA7-9C94-5BFB501CE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3274" y="834470"/>
            <a:ext cx="4670424" cy="3234056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10E934-62F6-A5C9-E40F-E4BB9C11B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8BE186-2227-0AEE-46BF-1738518AF7E2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(3)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D484EA3-17D5-DFDE-7FFB-391D9E546766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F346D48-99B4-78ED-CF54-DB6A3D402E26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3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61D826F-99A4-C802-E6F8-FA059D3291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HTML desde R para guiar al usuario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F33AC7BE-75B4-F8D4-43E0-87B7AD3B3F34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BFEECB63-4CC8-9CA3-665B-7BF2CFCADD52}"/>
              </a:ext>
            </a:extLst>
          </p:cNvPr>
          <p:cNvSpPr txBox="1"/>
          <p:nvPr/>
        </p:nvSpPr>
        <p:spPr>
          <a:xfrm>
            <a:off x="668216" y="2899117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barra,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h4() 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 los títulos,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los párrafos y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línea divisoria. En “Ayuda”,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en negrita cada término. Además,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“text-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pinta los números con el color principal.</a:t>
            </a:r>
            <a:endParaRPr lang="en-US" sz="13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5D6323-744C-FC64-081D-3F6868E6F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6917" y="1261622"/>
            <a:ext cx="4666049" cy="2620256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12165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AFC2A5-84ED-4A29-64A9-81D23D5A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1E0B84E-B772-A594-B980-A7B918F749C6}"/>
              </a:ext>
            </a:extLst>
          </p:cNvPr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La app de hoy (4)</a:t>
            </a:r>
            <a:endParaRPr lang="en-US" sz="3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8584C834-90F2-8AA8-B328-3643E4CCE677}"/>
              </a:ext>
            </a:extLst>
          </p:cNvPr>
          <p:cNvSpPr/>
          <p:nvPr/>
        </p:nvSpPr>
        <p:spPr>
          <a:xfrm>
            <a:off x="439616" y="1188720"/>
            <a:ext cx="2560320" cy="1463040"/>
          </a:xfrm>
          <a:prstGeom prst="roundRect">
            <a:avLst>
              <a:gd name="adj" fmla="val 2143"/>
            </a:avLst>
          </a:prstGeom>
          <a:solidFill>
            <a:srgbClr val="5A189A"/>
          </a:solidFill>
          <a:ln w="12700">
            <a:solidFill>
              <a:srgbClr val="5A18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D0787E2-7C7C-7A9C-ED72-1B8D5BA244E4}"/>
              </a:ext>
            </a:extLst>
          </p:cNvPr>
          <p:cNvSpPr txBox="1"/>
          <p:nvPr/>
        </p:nvSpPr>
        <p:spPr>
          <a:xfrm>
            <a:off x="668216" y="12560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OBJETIVO 2</a:t>
            </a:r>
            <a:endParaRPr lang="en-US" sz="16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C2592C3-39BA-DB09-D0F1-BF73ED6DEC99}"/>
              </a:ext>
            </a:extLst>
          </p:cNvPr>
          <p:cNvSpPr txBox="1"/>
          <p:nvPr/>
        </p:nvSpPr>
        <p:spPr>
          <a:xfrm>
            <a:off x="668216" y="1734572"/>
            <a:ext cx="2103120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 con una Interacción con el usuario. Un filtro de región.</a:t>
            </a:r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ADB729CB-A987-663A-1058-A842556E3C9E}"/>
              </a:ext>
            </a:extLst>
          </p:cNvPr>
          <p:cNvSpPr/>
          <p:nvPr/>
        </p:nvSpPr>
        <p:spPr>
          <a:xfrm>
            <a:off x="439615" y="2719107"/>
            <a:ext cx="3773659" cy="2281957"/>
          </a:xfrm>
          <a:prstGeom prst="roundRect">
            <a:avLst>
              <a:gd name="adj" fmla="val 2143"/>
            </a:avLst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0C1F140-6606-DACA-D829-EF5414EB787C}"/>
              </a:ext>
            </a:extLst>
          </p:cNvPr>
          <p:cNvSpPr txBox="1"/>
          <p:nvPr/>
        </p:nvSpPr>
        <p:spPr>
          <a:xfrm>
            <a:off x="647115" y="2880360"/>
            <a:ext cx="3369212" cy="71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selectInput("region", ...,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TRUE) 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el menú. En el server, 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elecciones[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elecciones$region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%in% </a:t>
            </a:r>
            <a:r>
              <a:rPr lang="es-ES" sz="1400" b="1" i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input$region</a:t>
            </a:r>
            <a:r>
              <a:rPr lang="es-ES" sz="14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]</a:t>
            </a:r>
            <a:r>
              <a:rPr lang="es-E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queda con las regiones elegidas, y cada output repite ese filtro.</a:t>
            </a:r>
            <a:endParaRPr lang="en-US" sz="13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4C38F1-EA41-E117-080D-6E72D97DB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728" y="703555"/>
            <a:ext cx="3773659" cy="3495885"/>
          </a:xfrm>
          <a:prstGeom prst="rect">
            <a:avLst/>
          </a:prstGeom>
          <a:ln w="76200">
            <a:solidFill>
              <a:schemeClr val="accent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7206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Componentes 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observar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en la </a:t>
            </a:r>
            <a:r>
              <a:rPr lang="en-US" sz="3000" b="1" dirty="0" err="1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replicación</a:t>
            </a: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20700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titlePanel()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46962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principal.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75751" y="160934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12911" y="162763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sidebarLayout()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812911" y="189024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+ panel principal. width reparte 12 columnas.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1847088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186537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fluidRow() y column()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2799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de </a:t>
            </a:r>
            <a:r>
              <a:rPr lang="en-US" sz="105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Bootstrap.Cosas</a:t>
            </a: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una al lado de la otra.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75751" y="2267712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12911" y="228600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tabsetPanel() y tabPanel()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12911" y="2548616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Pestañas dentro de un panel.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05456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252374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h1() a h6(), p(), strong(), em()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2786360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 y texto.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75751" y="2926080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12911" y="294436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br(), hr(), a(), helpText()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812911" y="3206984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Saltos, líneas, links y ayudas.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163824"/>
            <a:ext cx="3954780" cy="585216"/>
          </a:xfrm>
          <a:prstGeom prst="roundRect">
            <a:avLst>
              <a:gd name="adj" fmla="val 7813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40080" y="3182112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18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tags$ul() y tags$li()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444728"/>
            <a:ext cx="36804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etiqueta HTML vive en tags$.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200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0A4E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Código clave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7543800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9D4EDD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 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75945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interactiva de datos con R y Shiny · Udelar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8138160" cy="3429000"/>
          </a:xfrm>
          <a:prstGeom prst="roundRect">
            <a:avLst>
              <a:gd name="adj" fmla="val 1600"/>
            </a:avLst>
          </a:prstGeom>
          <a:solidFill>
            <a:srgbClr val="2E0A4E"/>
          </a:solidFill>
          <a:ln w="12700">
            <a:solidFill>
              <a:srgbClr val="2E0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7589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sidebarLayout(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sidebarPanel(width = 3,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selectInput("region", "Región:", choices = regiones, multiple = TRUE)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mainPanel(width = 9,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fluidRow(column(4, textOutput("n")), column(8, textOutput("emitidos"))),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tabsetPanel(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tabPanel("Tabla", tableOutput("tabla")),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tabPanel("Fuente", p("Corte Electoral"))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1E9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0A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861646" y="327074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Próxima</a:t>
            </a: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clase,vemos</a:t>
            </a:r>
            <a:r>
              <a:rPr lang="en-US" sz="3000" b="1" dirty="0">
                <a:solidFill>
                  <a:srgbClr val="FFFFFF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 los controles de entrada, uno por uno.</a:t>
            </a:r>
            <a:endParaRPr lang="en-US" sz="30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5DEF2027-0747-FA2E-1227-2DA6BFBD4726}"/>
              </a:ext>
            </a:extLst>
          </p:cNvPr>
          <p:cNvSpPr txBox="1"/>
          <p:nvPr/>
        </p:nvSpPr>
        <p:spPr>
          <a:xfrm>
            <a:off x="777240" y="1470074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Oswald" pitchFamily="34" charset="0"/>
                <a:ea typeface="Oswald" pitchFamily="34" charset="-122"/>
                <a:cs typeface="Oswald" pitchFamily="34" charset="-120"/>
              </a:rPr>
              <a:t>Ejercicio propuesto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B76805F3-EB20-5347-6375-5560CC710DE1}"/>
              </a:ext>
            </a:extLst>
          </p:cNvPr>
          <p:cNvSpPr/>
          <p:nvPr/>
        </p:nvSpPr>
        <p:spPr>
          <a:xfrm>
            <a:off x="946053" y="2198334"/>
            <a:ext cx="6756009" cy="1670025"/>
          </a:xfrm>
          <a:prstGeom prst="roundRect">
            <a:avLst>
              <a:gd name="adj" fmla="val 2727"/>
            </a:avLst>
          </a:prstGeom>
          <a:solidFill>
            <a:srgbClr val="F4ECFB"/>
          </a:solidFill>
          <a:ln w="12700">
            <a:solidFill>
              <a:srgbClr val="F4EC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7E35F91-C4B0-63AC-AA54-9A7227871712}"/>
              </a:ext>
            </a:extLst>
          </p:cNvPr>
          <p:cNvSpPr txBox="1"/>
          <p:nvPr/>
        </p:nvSpPr>
        <p:spPr>
          <a:xfrm>
            <a:off x="1311813" y="2381214"/>
            <a:ext cx="6148727" cy="136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Agregá una </a:t>
            </a:r>
            <a:r>
              <a:rPr lang="en-US" sz="17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pestaña</a:t>
            </a: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7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con una lista tags$ul() de tres </a:t>
            </a:r>
            <a:r>
              <a:rPr lang="en-US" sz="17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</a:t>
            </a: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electorales</a:t>
            </a:r>
            <a:r>
              <a:rPr lang="en-US" sz="1700" dirty="0">
                <a:solidFill>
                  <a:srgbClr val="2E0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565</Words>
  <Application>Microsoft Office PowerPoint</Application>
  <PresentationFormat>On-screen Show (16:9)</PresentationFormat>
  <Paragraphs>77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Oswald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· Interfaz de Usuario (UI)</dc:title>
  <dc:subject>PptxGenJS Presentation</dc:subject>
  <dc:creator>Curso Shiny · Udelar</dc:creator>
  <cp:lastModifiedBy>Nahuel Roel</cp:lastModifiedBy>
  <cp:revision>1</cp:revision>
  <dcterms:created xsi:type="dcterms:W3CDTF">2026-09-24T02:10:08Z</dcterms:created>
  <dcterms:modified xsi:type="dcterms:W3CDTF">2026-09-26T20:28:20Z</dcterms:modified>
</cp:coreProperties>
</file>