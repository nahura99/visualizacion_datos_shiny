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960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7 de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Gráficos Dinámicos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reactivo, clic y plotly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840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114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Sociales · Educación Permanente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gráficos de ggplot2 que se actualizan con los filtros.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variable a graficar desde un input.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gráfico como input: clic en un punto.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a gráficos web con plotly y descargar como imagen.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07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Qué muestra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Barras, dispersión con clic, histograma de 2.521 locales y versión plotly.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Cómo está armada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gráfico de barras se descarga como PNG.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Interactividad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Región, variable, color por región, barras del histograma, clic.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de hoy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plotOutput() y renderPlot()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estático. res = 96 para nitidez.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aes(.data[[input$var]])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elegida por el usuario.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reorder() y coord_flip()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horizontales ordenadas.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8630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346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scale_fill_manual()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del curso por región.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plotOutput(click = ...) y nearPoints()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gráfico como input.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630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346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plotlyOutput() y ggplotly()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2346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hover y leyenda clicable.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downloadHandler() y ggsave()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el gráfico.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grafico_barras &lt;- reactive({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ggplot(datos_filtrados(),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aes(x = reorder(departamento, .data[[input$variable]]),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y = .data[[input$variable]], fill = region)) +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geom_col() + coord_flip() +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scale_fill_manual(values = COLORES_REGION) + theme_minimal()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output$g_barras &lt;- renderPlot(grafico_barras(), res = 96)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output$g_plotly &lt;- renderPlotly(ggplotly(grafico_puntos()))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output$punto &lt;- renderTable(nearPoints(datos_filtrados(), input$clic_punto))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2011680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7406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una pestaña que compare pct_si_art11 y pct_si_art67 por departamento. Después reemplazá nearPoints() por brushedPoints() para seleccionar varios puntos.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20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hacer en clase o en casa. El README de la carpeta tiene pistas.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7D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 después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8745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clase: por fin explicamos el bloque de estética, y armamos la navegación.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README y datos en el repositorio del curso.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7 · Gráficos Dinámicos</dc:title>
  <dc:subject>PptxGenJS Presentation</dc:subject>
  <dc:creator>Curso Shiny · Udelar</dc:creator>
  <cp:lastModifiedBy>Curso Shiny · Udelar</cp:lastModifiedBy>
  <cp:revision>1</cp:revision>
  <dcterms:created xsi:type="dcterms:W3CDTF">2026-09-24T02:10:08Z</dcterms:created>
  <dcterms:modified xsi:type="dcterms:W3CDTF">2026-09-24T02:10:08Z</dcterms:modified>
</cp:coreProperties>
</file>