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65" r:id="rId4"/>
    <p:sldId id="263" r:id="rId5"/>
    <p:sldId id="258" r:id="rId6"/>
    <p:sldId id="266" r:id="rId7"/>
    <p:sldId id="259" r:id="rId8"/>
    <p:sldId id="260" r:id="rId9"/>
    <p:sldId id="262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A18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44EF536-4057-4389-A4B9-FAF7F032CD7C}" v="20" dt="2026-09-26T19:57:02.4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microsoft.com/office/2016/11/relationships/changesInfo" Target="changesInfos/changesInfo1.xml"/><Relationship Id="rId1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huel Roel" userId="f57eb92d7f62e27b" providerId="LiveId" clId="{1698397B-2804-4513-BF38-7951CB4798F0}"/>
    <pc:docChg chg="undo redo custSel addSld delSld modSld sldOrd">
      <pc:chgData name="Nahuel Roel" userId="f57eb92d7f62e27b" providerId="LiveId" clId="{1698397B-2804-4513-BF38-7951CB4798F0}" dt="2026-09-26T19:57:14.943" v="913" actId="207"/>
      <pc:docMkLst>
        <pc:docMk/>
      </pc:docMkLst>
      <pc:sldChg chg="delSp modSp mod">
        <pc:chgData name="Nahuel Roel" userId="f57eb92d7f62e27b" providerId="LiveId" clId="{1698397B-2804-4513-BF38-7951CB4798F0}" dt="2026-09-26T18:50:49.903" v="11" actId="790"/>
        <pc:sldMkLst>
          <pc:docMk/>
          <pc:sldMk cId="0" sldId="256"/>
        </pc:sldMkLst>
        <pc:spChg chg="mod">
          <ac:chgData name="Nahuel Roel" userId="f57eb92d7f62e27b" providerId="LiveId" clId="{1698397B-2804-4513-BF38-7951CB4798F0}" dt="2026-09-26T18:50:49.903" v="11" actId="790"/>
          <ac:spMkLst>
            <pc:docMk/>
            <pc:sldMk cId="0" sldId="256"/>
            <ac:spMk id="2" creationId="{00000000-0000-0000-0000-000000000000}"/>
          </ac:spMkLst>
        </pc:spChg>
        <pc:spChg chg="mod">
          <ac:chgData name="Nahuel Roel" userId="f57eb92d7f62e27b" providerId="LiveId" clId="{1698397B-2804-4513-BF38-7951CB4798F0}" dt="2026-09-26T18:50:49.903" v="11" actId="790"/>
          <ac:spMkLst>
            <pc:docMk/>
            <pc:sldMk cId="0" sldId="256"/>
            <ac:spMk id="3" creationId="{00000000-0000-0000-0000-000000000000}"/>
          </ac:spMkLst>
        </pc:spChg>
        <pc:spChg chg="mod">
          <ac:chgData name="Nahuel Roel" userId="f57eb92d7f62e27b" providerId="LiveId" clId="{1698397B-2804-4513-BF38-7951CB4798F0}" dt="2026-09-26T18:50:49.903" v="11" actId="790"/>
          <ac:spMkLst>
            <pc:docMk/>
            <pc:sldMk cId="0" sldId="256"/>
            <ac:spMk id="4" creationId="{00000000-0000-0000-0000-000000000000}"/>
          </ac:spMkLst>
        </pc:spChg>
        <pc:spChg chg="mod">
          <ac:chgData name="Nahuel Roel" userId="f57eb92d7f62e27b" providerId="LiveId" clId="{1698397B-2804-4513-BF38-7951CB4798F0}" dt="2026-09-26T18:50:49.903" v="11" actId="790"/>
          <ac:spMkLst>
            <pc:docMk/>
            <pc:sldMk cId="0" sldId="256"/>
            <ac:spMk id="5" creationId="{00000000-0000-0000-0000-000000000000}"/>
          </ac:spMkLst>
        </pc:spChg>
        <pc:spChg chg="mod">
          <ac:chgData name="Nahuel Roel" userId="f57eb92d7f62e27b" providerId="LiveId" clId="{1698397B-2804-4513-BF38-7951CB4798F0}" dt="2026-09-26T18:50:49.903" v="11" actId="790"/>
          <ac:spMkLst>
            <pc:docMk/>
            <pc:sldMk cId="0" sldId="256"/>
            <ac:spMk id="6" creationId="{00000000-0000-0000-0000-000000000000}"/>
          </ac:spMkLst>
        </pc:spChg>
        <pc:spChg chg="del">
          <ac:chgData name="Nahuel Roel" userId="f57eb92d7f62e27b" providerId="LiveId" clId="{1698397B-2804-4513-BF38-7951CB4798F0}" dt="2026-09-26T18:50:24.009" v="0" actId="478"/>
          <ac:spMkLst>
            <pc:docMk/>
            <pc:sldMk cId="0" sldId="256"/>
            <ac:spMk id="7" creationId="{00000000-0000-0000-0000-000000000000}"/>
          </ac:spMkLst>
        </pc:spChg>
      </pc:sldChg>
      <pc:sldChg chg="addSp delSp modSp mod">
        <pc:chgData name="Nahuel Roel" userId="f57eb92d7f62e27b" providerId="LiveId" clId="{1698397B-2804-4513-BF38-7951CB4798F0}" dt="2026-09-26T19:34:08.935" v="408" actId="20577"/>
        <pc:sldMkLst>
          <pc:docMk/>
          <pc:sldMk cId="0" sldId="257"/>
        </pc:sldMkLst>
        <pc:spChg chg="mod">
          <ac:chgData name="Nahuel Roel" userId="f57eb92d7f62e27b" providerId="LiveId" clId="{1698397B-2804-4513-BF38-7951CB4798F0}" dt="2026-09-26T18:50:42.578" v="10" actId="20577"/>
          <ac:spMkLst>
            <pc:docMk/>
            <pc:sldMk cId="0" sldId="257"/>
            <ac:spMk id="2" creationId="{00000000-0000-0000-0000-000000000000}"/>
          </ac:spMkLst>
        </pc:spChg>
        <pc:spChg chg="del">
          <ac:chgData name="Nahuel Roel" userId="f57eb92d7f62e27b" providerId="LiveId" clId="{1698397B-2804-4513-BF38-7951CB4798F0}" dt="2026-09-26T18:50:37.448" v="4" actId="478"/>
          <ac:spMkLst>
            <pc:docMk/>
            <pc:sldMk cId="0" sldId="257"/>
            <ac:spMk id="3" creationId="{00000000-0000-0000-0000-000000000000}"/>
          </ac:spMkLst>
        </pc:spChg>
        <pc:spChg chg="del mod">
          <ac:chgData name="Nahuel Roel" userId="f57eb92d7f62e27b" providerId="LiveId" clId="{1698397B-2804-4513-BF38-7951CB4798F0}" dt="2026-09-26T18:51:07.742" v="22" actId="478"/>
          <ac:spMkLst>
            <pc:docMk/>
            <pc:sldMk cId="0" sldId="257"/>
            <ac:spMk id="4" creationId="{00000000-0000-0000-0000-000000000000}"/>
          </ac:spMkLst>
        </pc:spChg>
        <pc:spChg chg="mod">
          <ac:chgData name="Nahuel Roel" userId="f57eb92d7f62e27b" providerId="LiveId" clId="{1698397B-2804-4513-BF38-7951CB4798F0}" dt="2026-09-26T18:50:49.903" v="11" actId="790"/>
          <ac:spMkLst>
            <pc:docMk/>
            <pc:sldMk cId="0" sldId="257"/>
            <ac:spMk id="5" creationId="{00000000-0000-0000-0000-000000000000}"/>
          </ac:spMkLst>
        </pc:spChg>
        <pc:spChg chg="mod">
          <ac:chgData name="Nahuel Roel" userId="f57eb92d7f62e27b" providerId="LiveId" clId="{1698397B-2804-4513-BF38-7951CB4798F0}" dt="2026-09-26T18:50:49.903" v="11" actId="790"/>
          <ac:spMkLst>
            <pc:docMk/>
            <pc:sldMk cId="0" sldId="257"/>
            <ac:spMk id="6" creationId="{00000000-0000-0000-0000-000000000000}"/>
          </ac:spMkLst>
        </pc:spChg>
        <pc:spChg chg="mod">
          <ac:chgData name="Nahuel Roel" userId="f57eb92d7f62e27b" providerId="LiveId" clId="{1698397B-2804-4513-BF38-7951CB4798F0}" dt="2026-09-26T18:50:49.903" v="11" actId="790"/>
          <ac:spMkLst>
            <pc:docMk/>
            <pc:sldMk cId="0" sldId="257"/>
            <ac:spMk id="7" creationId="{00000000-0000-0000-0000-000000000000}"/>
          </ac:spMkLst>
        </pc:spChg>
        <pc:spChg chg="mod">
          <ac:chgData name="Nahuel Roel" userId="f57eb92d7f62e27b" providerId="LiveId" clId="{1698397B-2804-4513-BF38-7951CB4798F0}" dt="2026-09-26T19:33:39.708" v="325" actId="1035"/>
          <ac:spMkLst>
            <pc:docMk/>
            <pc:sldMk cId="0" sldId="257"/>
            <ac:spMk id="8" creationId="{00000000-0000-0000-0000-000000000000}"/>
          </ac:spMkLst>
        </pc:spChg>
        <pc:spChg chg="mod">
          <ac:chgData name="Nahuel Roel" userId="f57eb92d7f62e27b" providerId="LiveId" clId="{1698397B-2804-4513-BF38-7951CB4798F0}" dt="2026-09-26T19:33:51.637" v="330" actId="6549"/>
          <ac:spMkLst>
            <pc:docMk/>
            <pc:sldMk cId="0" sldId="257"/>
            <ac:spMk id="9" creationId="{00000000-0000-0000-0000-000000000000}"/>
          </ac:spMkLst>
        </pc:spChg>
        <pc:spChg chg="mod">
          <ac:chgData name="Nahuel Roel" userId="f57eb92d7f62e27b" providerId="LiveId" clId="{1698397B-2804-4513-BF38-7951CB4798F0}" dt="2026-09-26T19:33:39.708" v="325" actId="1035"/>
          <ac:spMkLst>
            <pc:docMk/>
            <pc:sldMk cId="0" sldId="257"/>
            <ac:spMk id="10" creationId="{00000000-0000-0000-0000-000000000000}"/>
          </ac:spMkLst>
        </pc:spChg>
        <pc:spChg chg="mod">
          <ac:chgData name="Nahuel Roel" userId="f57eb92d7f62e27b" providerId="LiveId" clId="{1698397B-2804-4513-BF38-7951CB4798F0}" dt="2026-09-26T19:33:39.708" v="325" actId="1035"/>
          <ac:spMkLst>
            <pc:docMk/>
            <pc:sldMk cId="0" sldId="257"/>
            <ac:spMk id="11" creationId="{00000000-0000-0000-0000-000000000000}"/>
          </ac:spMkLst>
        </pc:spChg>
        <pc:spChg chg="mod">
          <ac:chgData name="Nahuel Roel" userId="f57eb92d7f62e27b" providerId="LiveId" clId="{1698397B-2804-4513-BF38-7951CB4798F0}" dt="2026-09-26T19:34:08.935" v="408" actId="20577"/>
          <ac:spMkLst>
            <pc:docMk/>
            <pc:sldMk cId="0" sldId="257"/>
            <ac:spMk id="12" creationId="{00000000-0000-0000-0000-000000000000}"/>
          </ac:spMkLst>
        </pc:spChg>
        <pc:spChg chg="mod">
          <ac:chgData name="Nahuel Roel" userId="f57eb92d7f62e27b" providerId="LiveId" clId="{1698397B-2804-4513-BF38-7951CB4798F0}" dt="2026-09-26T19:33:39.708" v="325" actId="1035"/>
          <ac:spMkLst>
            <pc:docMk/>
            <pc:sldMk cId="0" sldId="257"/>
            <ac:spMk id="13" creationId="{00000000-0000-0000-0000-000000000000}"/>
          </ac:spMkLst>
        </pc:spChg>
        <pc:spChg chg="mod">
          <ac:chgData name="Nahuel Roel" userId="f57eb92d7f62e27b" providerId="LiveId" clId="{1698397B-2804-4513-BF38-7951CB4798F0}" dt="2026-09-26T19:33:34.810" v="293" actId="1076"/>
          <ac:spMkLst>
            <pc:docMk/>
            <pc:sldMk cId="0" sldId="257"/>
            <ac:spMk id="14" creationId="{00000000-0000-0000-0000-000000000000}"/>
          </ac:spMkLst>
        </pc:spChg>
        <pc:spChg chg="add mod">
          <ac:chgData name="Nahuel Roel" userId="f57eb92d7f62e27b" providerId="LiveId" clId="{1698397B-2804-4513-BF38-7951CB4798F0}" dt="2026-09-26T19:33:46.630" v="327" actId="1076"/>
          <ac:spMkLst>
            <pc:docMk/>
            <pc:sldMk cId="0" sldId="257"/>
            <ac:spMk id="16" creationId="{1D79CD8E-7F94-22FB-A163-CA101040EB70}"/>
          </ac:spMkLst>
        </pc:spChg>
        <pc:spChg chg="add mod">
          <ac:chgData name="Nahuel Roel" userId="f57eb92d7f62e27b" providerId="LiveId" clId="{1698397B-2804-4513-BF38-7951CB4798F0}" dt="2026-09-26T19:33:48.572" v="328" actId="20577"/>
          <ac:spMkLst>
            <pc:docMk/>
            <pc:sldMk cId="0" sldId="257"/>
            <ac:spMk id="18" creationId="{136B7ABF-8590-477D-3BF2-8E81819BAB12}"/>
          </ac:spMkLst>
        </pc:spChg>
        <pc:spChg chg="add mod">
          <ac:chgData name="Nahuel Roel" userId="f57eb92d7f62e27b" providerId="LiveId" clId="{1698397B-2804-4513-BF38-7951CB4798F0}" dt="2026-09-26T19:34:05.917" v="407" actId="5793"/>
          <ac:spMkLst>
            <pc:docMk/>
            <pc:sldMk cId="0" sldId="257"/>
            <ac:spMk id="20" creationId="{79337DAC-BF57-160F-A4B8-430FDAD1B964}"/>
          </ac:spMkLst>
        </pc:spChg>
      </pc:sldChg>
      <pc:sldChg chg="delSp modSp mod">
        <pc:chgData name="Nahuel Roel" userId="f57eb92d7f62e27b" providerId="LiveId" clId="{1698397B-2804-4513-BF38-7951CB4798F0}" dt="2026-09-26T19:52:07.554" v="755" actId="207"/>
        <pc:sldMkLst>
          <pc:docMk/>
          <pc:sldMk cId="0" sldId="258"/>
        </pc:sldMkLst>
        <pc:spChg chg="mod">
          <ac:chgData name="Nahuel Roel" userId="f57eb92d7f62e27b" providerId="LiveId" clId="{1698397B-2804-4513-BF38-7951CB4798F0}" dt="2026-09-26T19:50:45.971" v="644" actId="20577"/>
          <ac:spMkLst>
            <pc:docMk/>
            <pc:sldMk cId="0" sldId="258"/>
            <ac:spMk id="2" creationId="{00000000-0000-0000-0000-000000000000}"/>
          </ac:spMkLst>
        </pc:spChg>
        <pc:spChg chg="del mod">
          <ac:chgData name="Nahuel Roel" userId="f57eb92d7f62e27b" providerId="LiveId" clId="{1698397B-2804-4513-BF38-7951CB4798F0}" dt="2026-09-26T19:50:49.415" v="646" actId="478"/>
          <ac:spMkLst>
            <pc:docMk/>
            <pc:sldMk cId="0" sldId="258"/>
            <ac:spMk id="3" creationId="{00000000-0000-0000-0000-000000000000}"/>
          </ac:spMkLst>
        </pc:spChg>
        <pc:spChg chg="del mod">
          <ac:chgData name="Nahuel Roel" userId="f57eb92d7f62e27b" providerId="LiveId" clId="{1698397B-2804-4513-BF38-7951CB4798F0}" dt="2026-09-26T18:51:23.700" v="30" actId="478"/>
          <ac:spMkLst>
            <pc:docMk/>
            <pc:sldMk cId="0" sldId="258"/>
            <ac:spMk id="4" creationId="{00000000-0000-0000-0000-000000000000}"/>
          </ac:spMkLst>
        </pc:spChg>
        <pc:spChg chg="mod">
          <ac:chgData name="Nahuel Roel" userId="f57eb92d7f62e27b" providerId="LiveId" clId="{1698397B-2804-4513-BF38-7951CB4798F0}" dt="2026-09-26T18:50:49.903" v="11" actId="790"/>
          <ac:spMkLst>
            <pc:docMk/>
            <pc:sldMk cId="0" sldId="258"/>
            <ac:spMk id="5" creationId="{00000000-0000-0000-0000-000000000000}"/>
          </ac:spMkLst>
        </pc:spChg>
        <pc:spChg chg="mod">
          <ac:chgData name="Nahuel Roel" userId="f57eb92d7f62e27b" providerId="LiveId" clId="{1698397B-2804-4513-BF38-7951CB4798F0}" dt="2026-09-26T19:21:31.413" v="279" actId="20577"/>
          <ac:spMkLst>
            <pc:docMk/>
            <pc:sldMk cId="0" sldId="258"/>
            <ac:spMk id="6" creationId="{00000000-0000-0000-0000-000000000000}"/>
          </ac:spMkLst>
        </pc:spChg>
        <pc:spChg chg="mod">
          <ac:chgData name="Nahuel Roel" userId="f57eb92d7f62e27b" providerId="LiveId" clId="{1698397B-2804-4513-BF38-7951CB4798F0}" dt="2026-09-26T19:21:26.772" v="278" actId="20577"/>
          <ac:spMkLst>
            <pc:docMk/>
            <pc:sldMk cId="0" sldId="258"/>
            <ac:spMk id="7" creationId="{00000000-0000-0000-0000-000000000000}"/>
          </ac:spMkLst>
        </pc:spChg>
        <pc:spChg chg="mod">
          <ac:chgData name="Nahuel Roel" userId="f57eb92d7f62e27b" providerId="LiveId" clId="{1698397B-2804-4513-BF38-7951CB4798F0}" dt="2026-09-26T18:50:49.903" v="11" actId="790"/>
          <ac:spMkLst>
            <pc:docMk/>
            <pc:sldMk cId="0" sldId="258"/>
            <ac:spMk id="8" creationId="{00000000-0000-0000-0000-000000000000}"/>
          </ac:spMkLst>
        </pc:spChg>
        <pc:spChg chg="mod">
          <ac:chgData name="Nahuel Roel" userId="f57eb92d7f62e27b" providerId="LiveId" clId="{1698397B-2804-4513-BF38-7951CB4798F0}" dt="2026-09-26T19:52:04.754" v="754" actId="207"/>
          <ac:spMkLst>
            <pc:docMk/>
            <pc:sldMk cId="0" sldId="258"/>
            <ac:spMk id="9" creationId="{00000000-0000-0000-0000-000000000000}"/>
          </ac:spMkLst>
        </pc:spChg>
        <pc:spChg chg="mod">
          <ac:chgData name="Nahuel Roel" userId="f57eb92d7f62e27b" providerId="LiveId" clId="{1698397B-2804-4513-BF38-7951CB4798F0}" dt="2026-09-26T19:45:36.106" v="452"/>
          <ac:spMkLst>
            <pc:docMk/>
            <pc:sldMk cId="0" sldId="258"/>
            <ac:spMk id="10" creationId="{00000000-0000-0000-0000-000000000000}"/>
          </ac:spMkLst>
        </pc:spChg>
        <pc:spChg chg="mod">
          <ac:chgData name="Nahuel Roel" userId="f57eb92d7f62e27b" providerId="LiveId" clId="{1698397B-2804-4513-BF38-7951CB4798F0}" dt="2026-09-26T19:51:31.937" v="749" actId="108"/>
          <ac:spMkLst>
            <pc:docMk/>
            <pc:sldMk cId="0" sldId="258"/>
            <ac:spMk id="11" creationId="{00000000-0000-0000-0000-000000000000}"/>
          </ac:spMkLst>
        </pc:spChg>
        <pc:spChg chg="mod">
          <ac:chgData name="Nahuel Roel" userId="f57eb92d7f62e27b" providerId="LiveId" clId="{1698397B-2804-4513-BF38-7951CB4798F0}" dt="2026-09-26T19:52:07.554" v="755" actId="207"/>
          <ac:spMkLst>
            <pc:docMk/>
            <pc:sldMk cId="0" sldId="258"/>
            <ac:spMk id="12" creationId="{00000000-0000-0000-0000-000000000000}"/>
          </ac:spMkLst>
        </pc:spChg>
        <pc:spChg chg="mod">
          <ac:chgData name="Nahuel Roel" userId="f57eb92d7f62e27b" providerId="LiveId" clId="{1698397B-2804-4513-BF38-7951CB4798F0}" dt="2026-09-26T19:51:42.524" v="752" actId="108"/>
          <ac:spMkLst>
            <pc:docMk/>
            <pc:sldMk cId="0" sldId="258"/>
            <ac:spMk id="13" creationId="{00000000-0000-0000-0000-000000000000}"/>
          </ac:spMkLst>
        </pc:spChg>
      </pc:sldChg>
      <pc:sldChg chg="delSp modSp mod">
        <pc:chgData name="Nahuel Roel" userId="f57eb92d7f62e27b" providerId="LiveId" clId="{1698397B-2804-4513-BF38-7951CB4798F0}" dt="2026-09-26T19:57:14.943" v="913" actId="207"/>
        <pc:sldMkLst>
          <pc:docMk/>
          <pc:sldMk cId="0" sldId="259"/>
        </pc:sldMkLst>
        <pc:spChg chg="mod">
          <ac:chgData name="Nahuel Roel" userId="f57eb92d7f62e27b" providerId="LiveId" clId="{1698397B-2804-4513-BF38-7951CB4798F0}" dt="2026-09-26T19:45:59.613" v="481" actId="20577"/>
          <ac:spMkLst>
            <pc:docMk/>
            <pc:sldMk cId="0" sldId="259"/>
            <ac:spMk id="2" creationId="{00000000-0000-0000-0000-000000000000}"/>
          </ac:spMkLst>
        </pc:spChg>
        <pc:spChg chg="del">
          <ac:chgData name="Nahuel Roel" userId="f57eb92d7f62e27b" providerId="LiveId" clId="{1698397B-2804-4513-BF38-7951CB4798F0}" dt="2026-09-26T19:54:05.327" v="877" actId="478"/>
          <ac:spMkLst>
            <pc:docMk/>
            <pc:sldMk cId="0" sldId="259"/>
            <ac:spMk id="3" creationId="{00000000-0000-0000-0000-000000000000}"/>
          </ac:spMkLst>
        </pc:spChg>
        <pc:spChg chg="del mod">
          <ac:chgData name="Nahuel Roel" userId="f57eb92d7f62e27b" providerId="LiveId" clId="{1698397B-2804-4513-BF38-7951CB4798F0}" dt="2026-09-26T19:54:08.482" v="878" actId="478"/>
          <ac:spMkLst>
            <pc:docMk/>
            <pc:sldMk cId="0" sldId="259"/>
            <ac:spMk id="4" creationId="{00000000-0000-0000-0000-000000000000}"/>
          </ac:spMkLst>
        </pc:spChg>
        <pc:spChg chg="mod">
          <ac:chgData name="Nahuel Roel" userId="f57eb92d7f62e27b" providerId="LiveId" clId="{1698397B-2804-4513-BF38-7951CB4798F0}" dt="2026-09-26T19:54:27.252" v="879" actId="207"/>
          <ac:spMkLst>
            <pc:docMk/>
            <pc:sldMk cId="0" sldId="259"/>
            <ac:spMk id="5" creationId="{00000000-0000-0000-0000-000000000000}"/>
          </ac:spMkLst>
        </pc:spChg>
        <pc:spChg chg="mod">
          <ac:chgData name="Nahuel Roel" userId="f57eb92d7f62e27b" providerId="LiveId" clId="{1698397B-2804-4513-BF38-7951CB4798F0}" dt="2026-09-26T19:57:14.943" v="913" actId="207"/>
          <ac:spMkLst>
            <pc:docMk/>
            <pc:sldMk cId="0" sldId="259"/>
            <ac:spMk id="8" creationId="{00000000-0000-0000-0000-000000000000}"/>
          </ac:spMkLst>
        </pc:spChg>
        <pc:spChg chg="mod">
          <ac:chgData name="Nahuel Roel" userId="f57eb92d7f62e27b" providerId="LiveId" clId="{1698397B-2804-4513-BF38-7951CB4798F0}" dt="2026-09-26T19:54:38.060" v="880" actId="207"/>
          <ac:spMkLst>
            <pc:docMk/>
            <pc:sldMk cId="0" sldId="259"/>
            <ac:spMk id="11" creationId="{00000000-0000-0000-0000-000000000000}"/>
          </ac:spMkLst>
        </pc:spChg>
        <pc:spChg chg="mod">
          <ac:chgData name="Nahuel Roel" userId="f57eb92d7f62e27b" providerId="LiveId" clId="{1698397B-2804-4513-BF38-7951CB4798F0}" dt="2026-09-26T19:54:47.513" v="900" actId="20577"/>
          <ac:spMkLst>
            <pc:docMk/>
            <pc:sldMk cId="0" sldId="259"/>
            <ac:spMk id="13" creationId="{00000000-0000-0000-0000-000000000000}"/>
          </ac:spMkLst>
        </pc:spChg>
        <pc:spChg chg="mod">
          <ac:chgData name="Nahuel Roel" userId="f57eb92d7f62e27b" providerId="LiveId" clId="{1698397B-2804-4513-BF38-7951CB4798F0}" dt="2026-09-26T19:57:00.468" v="911" actId="1076"/>
          <ac:spMkLst>
            <pc:docMk/>
            <pc:sldMk cId="0" sldId="259"/>
            <ac:spMk id="14" creationId="{00000000-0000-0000-0000-000000000000}"/>
          </ac:spMkLst>
        </pc:spChg>
        <pc:spChg chg="mod">
          <ac:chgData name="Nahuel Roel" userId="f57eb92d7f62e27b" providerId="LiveId" clId="{1698397B-2804-4513-BF38-7951CB4798F0}" dt="2026-09-26T19:57:00.468" v="911" actId="1076"/>
          <ac:spMkLst>
            <pc:docMk/>
            <pc:sldMk cId="0" sldId="259"/>
            <ac:spMk id="15" creationId="{00000000-0000-0000-0000-000000000000}"/>
          </ac:spMkLst>
        </pc:spChg>
        <pc:spChg chg="mod">
          <ac:chgData name="Nahuel Roel" userId="f57eb92d7f62e27b" providerId="LiveId" clId="{1698397B-2804-4513-BF38-7951CB4798F0}" dt="2026-09-26T19:57:06.006" v="912" actId="20577"/>
          <ac:spMkLst>
            <pc:docMk/>
            <pc:sldMk cId="0" sldId="259"/>
            <ac:spMk id="16" creationId="{00000000-0000-0000-0000-000000000000}"/>
          </ac:spMkLst>
        </pc:spChg>
        <pc:spChg chg="mod">
          <ac:chgData name="Nahuel Roel" userId="f57eb92d7f62e27b" providerId="LiveId" clId="{1698397B-2804-4513-BF38-7951CB4798F0}" dt="2026-09-26T19:55:16.368" v="901" actId="207"/>
          <ac:spMkLst>
            <pc:docMk/>
            <pc:sldMk cId="0" sldId="259"/>
            <ac:spMk id="17" creationId="{00000000-0000-0000-0000-000000000000}"/>
          </ac:spMkLst>
        </pc:spChg>
        <pc:spChg chg="mod">
          <ac:chgData name="Nahuel Roel" userId="f57eb92d7f62e27b" providerId="LiveId" clId="{1698397B-2804-4513-BF38-7951CB4798F0}" dt="2026-09-26T18:50:49.903" v="11" actId="790"/>
          <ac:spMkLst>
            <pc:docMk/>
            <pc:sldMk cId="0" sldId="259"/>
            <ac:spMk id="19" creationId="{00000000-0000-0000-0000-000000000000}"/>
          </ac:spMkLst>
        </pc:spChg>
        <pc:spChg chg="mod">
          <ac:chgData name="Nahuel Roel" userId="f57eb92d7f62e27b" providerId="LiveId" clId="{1698397B-2804-4513-BF38-7951CB4798F0}" dt="2026-09-26T19:56:54.136" v="910" actId="207"/>
          <ac:spMkLst>
            <pc:docMk/>
            <pc:sldMk cId="0" sldId="259"/>
            <ac:spMk id="20" creationId="{00000000-0000-0000-0000-000000000000}"/>
          </ac:spMkLst>
        </pc:spChg>
        <pc:spChg chg="mod">
          <ac:chgData name="Nahuel Roel" userId="f57eb92d7f62e27b" providerId="LiveId" clId="{1698397B-2804-4513-BF38-7951CB4798F0}" dt="2026-09-26T19:56:54.136" v="910" actId="207"/>
          <ac:spMkLst>
            <pc:docMk/>
            <pc:sldMk cId="0" sldId="259"/>
            <ac:spMk id="23" creationId="{00000000-0000-0000-0000-000000000000}"/>
          </ac:spMkLst>
        </pc:spChg>
        <pc:spChg chg="mod">
          <ac:chgData name="Nahuel Roel" userId="f57eb92d7f62e27b" providerId="LiveId" clId="{1698397B-2804-4513-BF38-7951CB4798F0}" dt="2026-09-26T19:56:48.954" v="909" actId="1076"/>
          <ac:spMkLst>
            <pc:docMk/>
            <pc:sldMk cId="0" sldId="259"/>
            <ac:spMk id="24" creationId="{00000000-0000-0000-0000-000000000000}"/>
          </ac:spMkLst>
        </pc:spChg>
        <pc:spChg chg="mod">
          <ac:chgData name="Nahuel Roel" userId="f57eb92d7f62e27b" providerId="LiveId" clId="{1698397B-2804-4513-BF38-7951CB4798F0}" dt="2026-09-26T19:56:48.954" v="909" actId="1076"/>
          <ac:spMkLst>
            <pc:docMk/>
            <pc:sldMk cId="0" sldId="259"/>
            <ac:spMk id="25" creationId="{00000000-0000-0000-0000-000000000000}"/>
          </ac:spMkLst>
        </pc:spChg>
        <pc:spChg chg="del mod">
          <ac:chgData name="Nahuel Roel" userId="f57eb92d7f62e27b" providerId="LiveId" clId="{1698397B-2804-4513-BF38-7951CB4798F0}" dt="2026-09-26T19:56:40.897" v="908" actId="478"/>
          <ac:spMkLst>
            <pc:docMk/>
            <pc:sldMk cId="0" sldId="259"/>
            <ac:spMk id="26" creationId="{00000000-0000-0000-0000-000000000000}"/>
          </ac:spMkLst>
        </pc:spChg>
        <pc:spChg chg="del mod">
          <ac:chgData name="Nahuel Roel" userId="f57eb92d7f62e27b" providerId="LiveId" clId="{1698397B-2804-4513-BF38-7951CB4798F0}" dt="2026-09-26T19:56:39.794" v="906" actId="478"/>
          <ac:spMkLst>
            <pc:docMk/>
            <pc:sldMk cId="0" sldId="259"/>
            <ac:spMk id="27" creationId="{00000000-0000-0000-0000-000000000000}"/>
          </ac:spMkLst>
        </pc:spChg>
        <pc:spChg chg="del mod">
          <ac:chgData name="Nahuel Roel" userId="f57eb92d7f62e27b" providerId="LiveId" clId="{1698397B-2804-4513-BF38-7951CB4798F0}" dt="2026-09-26T19:56:40.529" v="907" actId="478"/>
          <ac:spMkLst>
            <pc:docMk/>
            <pc:sldMk cId="0" sldId="259"/>
            <ac:spMk id="28" creationId="{00000000-0000-0000-0000-000000000000}"/>
          </ac:spMkLst>
        </pc:spChg>
      </pc:sldChg>
      <pc:sldChg chg="delSp modSp mod">
        <pc:chgData name="Nahuel Roel" userId="f57eb92d7f62e27b" providerId="LiveId" clId="{1698397B-2804-4513-BF38-7951CB4798F0}" dt="2026-09-26T19:53:57.333" v="876" actId="20577"/>
        <pc:sldMkLst>
          <pc:docMk/>
          <pc:sldMk cId="0" sldId="260"/>
        </pc:sldMkLst>
        <pc:spChg chg="mod">
          <ac:chgData name="Nahuel Roel" userId="f57eb92d7f62e27b" providerId="LiveId" clId="{1698397B-2804-4513-BF38-7951CB4798F0}" dt="2026-09-26T18:50:49.903" v="11" actId="790"/>
          <ac:spMkLst>
            <pc:docMk/>
            <pc:sldMk cId="0" sldId="260"/>
            <ac:spMk id="2" creationId="{00000000-0000-0000-0000-000000000000}"/>
          </ac:spMkLst>
        </pc:spChg>
        <pc:spChg chg="del mod">
          <ac:chgData name="Nahuel Roel" userId="f57eb92d7f62e27b" providerId="LiveId" clId="{1698397B-2804-4513-BF38-7951CB4798F0}" dt="2026-09-26T19:46:23.269" v="485" actId="478"/>
          <ac:spMkLst>
            <pc:docMk/>
            <pc:sldMk cId="0" sldId="260"/>
            <ac:spMk id="3" creationId="{00000000-0000-0000-0000-000000000000}"/>
          </ac:spMkLst>
        </pc:spChg>
        <pc:spChg chg="del mod">
          <ac:chgData name="Nahuel Roel" userId="f57eb92d7f62e27b" providerId="LiveId" clId="{1698397B-2804-4513-BF38-7951CB4798F0}" dt="2026-09-26T19:46:20.563" v="484" actId="478"/>
          <ac:spMkLst>
            <pc:docMk/>
            <pc:sldMk cId="0" sldId="260"/>
            <ac:spMk id="4" creationId="{00000000-0000-0000-0000-000000000000}"/>
          </ac:spMkLst>
        </pc:spChg>
        <pc:spChg chg="mod">
          <ac:chgData name="Nahuel Roel" userId="f57eb92d7f62e27b" providerId="LiveId" clId="{1698397B-2804-4513-BF38-7951CB4798F0}" dt="2026-09-26T18:50:49.903" v="11" actId="790"/>
          <ac:spMkLst>
            <pc:docMk/>
            <pc:sldMk cId="0" sldId="260"/>
            <ac:spMk id="5" creationId="{00000000-0000-0000-0000-000000000000}"/>
          </ac:spMkLst>
        </pc:spChg>
        <pc:spChg chg="mod">
          <ac:chgData name="Nahuel Roel" userId="f57eb92d7f62e27b" providerId="LiveId" clId="{1698397B-2804-4513-BF38-7951CB4798F0}" dt="2026-09-26T19:53:57.333" v="876" actId="20577"/>
          <ac:spMkLst>
            <pc:docMk/>
            <pc:sldMk cId="0" sldId="260"/>
            <ac:spMk id="6" creationId="{00000000-0000-0000-0000-000000000000}"/>
          </ac:spMkLst>
        </pc:spChg>
      </pc:sldChg>
      <pc:sldChg chg="delSp modSp del mod">
        <pc:chgData name="Nahuel Roel" userId="f57eb92d7f62e27b" providerId="LiveId" clId="{1698397B-2804-4513-BF38-7951CB4798F0}" dt="2026-09-26T19:47:56.262" v="537" actId="2696"/>
        <pc:sldMkLst>
          <pc:docMk/>
          <pc:sldMk cId="0" sldId="261"/>
        </pc:sldMkLst>
        <pc:spChg chg="del mod">
          <ac:chgData name="Nahuel Roel" userId="f57eb92d7f62e27b" providerId="LiveId" clId="{1698397B-2804-4513-BF38-7951CB4798F0}" dt="2026-09-26T19:46:35.971" v="488" actId="21"/>
          <ac:spMkLst>
            <pc:docMk/>
            <pc:sldMk cId="0" sldId="261"/>
            <ac:spMk id="2" creationId="{00000000-0000-0000-0000-000000000000}"/>
          </ac:spMkLst>
        </pc:spChg>
        <pc:spChg chg="del mod">
          <ac:chgData name="Nahuel Roel" userId="f57eb92d7f62e27b" providerId="LiveId" clId="{1698397B-2804-4513-BF38-7951CB4798F0}" dt="2026-09-26T19:46:51.742" v="495" actId="478"/>
          <ac:spMkLst>
            <pc:docMk/>
            <pc:sldMk cId="0" sldId="261"/>
            <ac:spMk id="3" creationId="{00000000-0000-0000-0000-000000000000}"/>
          </ac:spMkLst>
        </pc:spChg>
        <pc:spChg chg="del mod">
          <ac:chgData name="Nahuel Roel" userId="f57eb92d7f62e27b" providerId="LiveId" clId="{1698397B-2804-4513-BF38-7951CB4798F0}" dt="2026-09-26T19:46:53.680" v="496" actId="478"/>
          <ac:spMkLst>
            <pc:docMk/>
            <pc:sldMk cId="0" sldId="261"/>
            <ac:spMk id="4" creationId="{00000000-0000-0000-0000-000000000000}"/>
          </ac:spMkLst>
        </pc:spChg>
        <pc:spChg chg="del mod">
          <ac:chgData name="Nahuel Roel" userId="f57eb92d7f62e27b" providerId="LiveId" clId="{1698397B-2804-4513-BF38-7951CB4798F0}" dt="2026-09-26T19:46:57.314" v="498" actId="21"/>
          <ac:spMkLst>
            <pc:docMk/>
            <pc:sldMk cId="0" sldId="261"/>
            <ac:spMk id="5" creationId="{00000000-0000-0000-0000-000000000000}"/>
          </ac:spMkLst>
        </pc:spChg>
        <pc:spChg chg="del mod">
          <ac:chgData name="Nahuel Roel" userId="f57eb92d7f62e27b" providerId="LiveId" clId="{1698397B-2804-4513-BF38-7951CB4798F0}" dt="2026-09-26T19:46:57.314" v="498" actId="21"/>
          <ac:spMkLst>
            <pc:docMk/>
            <pc:sldMk cId="0" sldId="261"/>
            <ac:spMk id="6" creationId="{00000000-0000-0000-0000-000000000000}"/>
          </ac:spMkLst>
        </pc:spChg>
        <pc:spChg chg="del mod">
          <ac:chgData name="Nahuel Roel" userId="f57eb92d7f62e27b" providerId="LiveId" clId="{1698397B-2804-4513-BF38-7951CB4798F0}" dt="2026-09-26T19:46:50.829" v="494" actId="478"/>
          <ac:spMkLst>
            <pc:docMk/>
            <pc:sldMk cId="0" sldId="261"/>
            <ac:spMk id="7" creationId="{00000000-0000-0000-0000-000000000000}"/>
          </ac:spMkLst>
        </pc:spChg>
      </pc:sldChg>
      <pc:sldChg chg="addSp delSp modSp mod">
        <pc:chgData name="Nahuel Roel" userId="f57eb92d7f62e27b" providerId="LiveId" clId="{1698397B-2804-4513-BF38-7951CB4798F0}" dt="2026-09-26T19:47:49.949" v="535" actId="1076"/>
        <pc:sldMkLst>
          <pc:docMk/>
          <pc:sldMk cId="0" sldId="262"/>
        </pc:sldMkLst>
        <pc:spChg chg="del mod">
          <ac:chgData name="Nahuel Roel" userId="f57eb92d7f62e27b" providerId="LiveId" clId="{1698397B-2804-4513-BF38-7951CB4798F0}" dt="2026-09-26T19:46:29.433" v="486" actId="478"/>
          <ac:spMkLst>
            <pc:docMk/>
            <pc:sldMk cId="0" sldId="262"/>
            <ac:spMk id="2" creationId="{00000000-0000-0000-0000-000000000000}"/>
          </ac:spMkLst>
        </pc:spChg>
        <pc:spChg chg="mod">
          <ac:chgData name="Nahuel Roel" userId="f57eb92d7f62e27b" providerId="LiveId" clId="{1698397B-2804-4513-BF38-7951CB4798F0}" dt="2026-09-26T19:46:44.671" v="492" actId="1076"/>
          <ac:spMkLst>
            <pc:docMk/>
            <pc:sldMk cId="0" sldId="262"/>
            <ac:spMk id="3" creationId="{00000000-0000-0000-0000-000000000000}"/>
          </ac:spMkLst>
        </pc:spChg>
        <pc:spChg chg="del mod">
          <ac:chgData name="Nahuel Roel" userId="f57eb92d7f62e27b" providerId="LiveId" clId="{1698397B-2804-4513-BF38-7951CB4798F0}" dt="2026-09-26T19:46:31.917" v="487" actId="478"/>
          <ac:spMkLst>
            <pc:docMk/>
            <pc:sldMk cId="0" sldId="262"/>
            <ac:spMk id="4" creationId="{00000000-0000-0000-0000-000000000000}"/>
          </ac:spMkLst>
        </pc:spChg>
        <pc:spChg chg="add mod">
          <ac:chgData name="Nahuel Roel" userId="f57eb92d7f62e27b" providerId="LiveId" clId="{1698397B-2804-4513-BF38-7951CB4798F0}" dt="2026-09-26T19:47:41.794" v="531" actId="1076"/>
          <ac:spMkLst>
            <pc:docMk/>
            <pc:sldMk cId="0" sldId="262"/>
            <ac:spMk id="6" creationId="{596E9361-925B-C22D-4445-57DCF683A819}"/>
          </ac:spMkLst>
        </pc:spChg>
        <pc:spChg chg="add mod">
          <ac:chgData name="Nahuel Roel" userId="f57eb92d7f62e27b" providerId="LiveId" clId="{1698397B-2804-4513-BF38-7951CB4798F0}" dt="2026-09-26T19:47:49.949" v="535" actId="1076"/>
          <ac:spMkLst>
            <pc:docMk/>
            <pc:sldMk cId="0" sldId="262"/>
            <ac:spMk id="8" creationId="{EF6CBB1E-7AC4-D64D-4A23-16403BA85056}"/>
          </ac:spMkLst>
        </pc:spChg>
        <pc:spChg chg="add mod">
          <ac:chgData name="Nahuel Roel" userId="f57eb92d7f62e27b" providerId="LiveId" clId="{1698397B-2804-4513-BF38-7951CB4798F0}" dt="2026-09-26T19:47:47.776" v="534" actId="1076"/>
          <ac:spMkLst>
            <pc:docMk/>
            <pc:sldMk cId="0" sldId="262"/>
            <ac:spMk id="10" creationId="{283C76DF-0789-9904-F785-36423F35C5A0}"/>
          </ac:spMkLst>
        </pc:spChg>
      </pc:sldChg>
      <pc:sldChg chg="addSp delSp modSp add mod ord">
        <pc:chgData name="Nahuel Roel" userId="f57eb92d7f62e27b" providerId="LiveId" clId="{1698397B-2804-4513-BF38-7951CB4798F0}" dt="2026-09-26T19:50:02.991" v="626" actId="20577"/>
        <pc:sldMkLst>
          <pc:docMk/>
          <pc:sldMk cId="2000092660" sldId="263"/>
        </pc:sldMkLst>
        <pc:spChg chg="mod">
          <ac:chgData name="Nahuel Roel" userId="f57eb92d7f62e27b" providerId="LiveId" clId="{1698397B-2804-4513-BF38-7951CB4798F0}" dt="2026-09-26T19:50:02.991" v="626" actId="20577"/>
          <ac:spMkLst>
            <pc:docMk/>
            <pc:sldMk cId="2000092660" sldId="263"/>
            <ac:spMk id="2" creationId="{039EF070-FF18-0A6E-3C8E-D6F8007946AC}"/>
          </ac:spMkLst>
        </pc:spChg>
        <pc:spChg chg="del">
          <ac:chgData name="Nahuel Roel" userId="f57eb92d7f62e27b" providerId="LiveId" clId="{1698397B-2804-4513-BF38-7951CB4798F0}" dt="2026-09-26T19:33:16.390" v="288" actId="478"/>
          <ac:spMkLst>
            <pc:docMk/>
            <pc:sldMk cId="2000092660" sldId="263"/>
            <ac:spMk id="3" creationId="{1683A01D-4C23-DBF0-1F22-8F8009F84D18}"/>
          </ac:spMkLst>
        </pc:spChg>
        <pc:spChg chg="mod">
          <ac:chgData name="Nahuel Roel" userId="f57eb92d7f62e27b" providerId="LiveId" clId="{1698397B-2804-4513-BF38-7951CB4798F0}" dt="2026-09-26T19:33:22.355" v="290" actId="14100"/>
          <ac:spMkLst>
            <pc:docMk/>
            <pc:sldMk cId="2000092660" sldId="263"/>
            <ac:spMk id="5" creationId="{581EBC85-A5A7-23F2-861F-F9A648179B36}"/>
          </ac:spMkLst>
        </pc:spChg>
        <pc:spChg chg="del">
          <ac:chgData name="Nahuel Roel" userId="f57eb92d7f62e27b" providerId="LiveId" clId="{1698397B-2804-4513-BF38-7951CB4798F0}" dt="2026-09-26T19:36:04.704" v="409" actId="478"/>
          <ac:spMkLst>
            <pc:docMk/>
            <pc:sldMk cId="2000092660" sldId="263"/>
            <ac:spMk id="6" creationId="{C76B3F1B-E9C2-A4F4-4FEC-8B9B69C8B0C4}"/>
          </ac:spMkLst>
        </pc:spChg>
        <pc:spChg chg="del">
          <ac:chgData name="Nahuel Roel" userId="f57eb92d7f62e27b" providerId="LiveId" clId="{1698397B-2804-4513-BF38-7951CB4798F0}" dt="2026-09-26T19:36:04.704" v="409" actId="478"/>
          <ac:spMkLst>
            <pc:docMk/>
            <pc:sldMk cId="2000092660" sldId="263"/>
            <ac:spMk id="7" creationId="{0E1EA056-4BE1-7470-750B-6CA515CC78B4}"/>
          </ac:spMkLst>
        </pc:spChg>
        <pc:spChg chg="del">
          <ac:chgData name="Nahuel Roel" userId="f57eb92d7f62e27b" providerId="LiveId" clId="{1698397B-2804-4513-BF38-7951CB4798F0}" dt="2026-09-26T19:33:19.432" v="289" actId="478"/>
          <ac:spMkLst>
            <pc:docMk/>
            <pc:sldMk cId="2000092660" sldId="263"/>
            <ac:spMk id="8" creationId="{CF756502-CA60-9CB3-8668-7E1A3AFA75DE}"/>
          </ac:spMkLst>
        </pc:spChg>
        <pc:spChg chg="del">
          <ac:chgData name="Nahuel Roel" userId="f57eb92d7f62e27b" providerId="LiveId" clId="{1698397B-2804-4513-BF38-7951CB4798F0}" dt="2026-09-26T19:33:19.432" v="289" actId="478"/>
          <ac:spMkLst>
            <pc:docMk/>
            <pc:sldMk cId="2000092660" sldId="263"/>
            <ac:spMk id="9" creationId="{A13B8AD3-0CE1-B34E-2CD7-75EBC03CB866}"/>
          </ac:spMkLst>
        </pc:spChg>
        <pc:spChg chg="del">
          <ac:chgData name="Nahuel Roel" userId="f57eb92d7f62e27b" providerId="LiveId" clId="{1698397B-2804-4513-BF38-7951CB4798F0}" dt="2026-09-26T19:33:19.432" v="289" actId="478"/>
          <ac:spMkLst>
            <pc:docMk/>
            <pc:sldMk cId="2000092660" sldId="263"/>
            <ac:spMk id="10" creationId="{3AEB43AF-C5A5-ABDF-5C30-EC08151FA9D3}"/>
          </ac:spMkLst>
        </pc:spChg>
        <pc:spChg chg="del">
          <ac:chgData name="Nahuel Roel" userId="f57eb92d7f62e27b" providerId="LiveId" clId="{1698397B-2804-4513-BF38-7951CB4798F0}" dt="2026-09-26T19:33:19.432" v="289" actId="478"/>
          <ac:spMkLst>
            <pc:docMk/>
            <pc:sldMk cId="2000092660" sldId="263"/>
            <ac:spMk id="11" creationId="{1ED5787F-AA41-9166-B211-1CEA108522A5}"/>
          </ac:spMkLst>
        </pc:spChg>
        <pc:spChg chg="del">
          <ac:chgData name="Nahuel Roel" userId="f57eb92d7f62e27b" providerId="LiveId" clId="{1698397B-2804-4513-BF38-7951CB4798F0}" dt="2026-09-26T19:33:19.432" v="289" actId="478"/>
          <ac:spMkLst>
            <pc:docMk/>
            <pc:sldMk cId="2000092660" sldId="263"/>
            <ac:spMk id="12" creationId="{1E36665A-3038-EBF3-8242-9F3BA85BD279}"/>
          </ac:spMkLst>
        </pc:spChg>
        <pc:spChg chg="del">
          <ac:chgData name="Nahuel Roel" userId="f57eb92d7f62e27b" providerId="LiveId" clId="{1698397B-2804-4513-BF38-7951CB4798F0}" dt="2026-09-26T19:33:19.432" v="289" actId="478"/>
          <ac:spMkLst>
            <pc:docMk/>
            <pc:sldMk cId="2000092660" sldId="263"/>
            <ac:spMk id="13" creationId="{ADAD9410-AEEB-87F9-6F59-A3C2B852F837}"/>
          </ac:spMkLst>
        </pc:spChg>
        <pc:spChg chg="add mod">
          <ac:chgData name="Nahuel Roel" userId="f57eb92d7f62e27b" providerId="LiveId" clId="{1698397B-2804-4513-BF38-7951CB4798F0}" dt="2026-09-26T19:36:45.283" v="422" actId="1076"/>
          <ac:spMkLst>
            <pc:docMk/>
            <pc:sldMk cId="2000092660" sldId="263"/>
            <ac:spMk id="15" creationId="{FD0C4EE7-1279-9075-2066-0A7DF0D5D0CF}"/>
          </ac:spMkLst>
        </pc:spChg>
        <pc:spChg chg="add mod">
          <ac:chgData name="Nahuel Roel" userId="f57eb92d7f62e27b" providerId="LiveId" clId="{1698397B-2804-4513-BF38-7951CB4798F0}" dt="2026-09-26T19:37:07.637" v="424" actId="1076"/>
          <ac:spMkLst>
            <pc:docMk/>
            <pc:sldMk cId="2000092660" sldId="263"/>
            <ac:spMk id="17" creationId="{9C307D1B-0298-C1AD-4FEE-BCC440EF057A}"/>
          </ac:spMkLst>
        </pc:spChg>
        <pc:spChg chg="add mod">
          <ac:chgData name="Nahuel Roel" userId="f57eb92d7f62e27b" providerId="LiveId" clId="{1698397B-2804-4513-BF38-7951CB4798F0}" dt="2026-09-26T19:37:19.819" v="426" actId="1076"/>
          <ac:spMkLst>
            <pc:docMk/>
            <pc:sldMk cId="2000092660" sldId="263"/>
            <ac:spMk id="19" creationId="{9215B170-4D13-2E4C-B581-DA1647CD8A5E}"/>
          </ac:spMkLst>
        </pc:spChg>
        <pc:spChg chg="add mod">
          <ac:chgData name="Nahuel Roel" userId="f57eb92d7f62e27b" providerId="LiveId" clId="{1698397B-2804-4513-BF38-7951CB4798F0}" dt="2026-09-26T19:37:26.850" v="429" actId="1076"/>
          <ac:spMkLst>
            <pc:docMk/>
            <pc:sldMk cId="2000092660" sldId="263"/>
            <ac:spMk id="21" creationId="{A5CB17AB-9A8B-F10E-0484-E12C7289D857}"/>
          </ac:spMkLst>
        </pc:spChg>
        <pc:picChg chg="add mod">
          <ac:chgData name="Nahuel Roel" userId="f57eb92d7f62e27b" providerId="LiveId" clId="{1698397B-2804-4513-BF38-7951CB4798F0}" dt="2026-09-26T19:36:15.828" v="415" actId="1076"/>
          <ac:picMkLst>
            <pc:docMk/>
            <pc:sldMk cId="2000092660" sldId="263"/>
            <ac:picMk id="14" creationId="{E5FCBB27-0515-DA1A-2938-C8DF7DA70BC6}"/>
          </ac:picMkLst>
        </pc:picChg>
      </pc:sldChg>
      <pc:sldChg chg="add del">
        <pc:chgData name="Nahuel Roel" userId="f57eb92d7f62e27b" providerId="LiveId" clId="{1698397B-2804-4513-BF38-7951CB4798F0}" dt="2026-09-26T19:52:16.709" v="757" actId="47"/>
        <pc:sldMkLst>
          <pc:docMk/>
          <pc:sldMk cId="937665714" sldId="264"/>
        </pc:sldMkLst>
      </pc:sldChg>
      <pc:sldChg chg="addSp delSp modSp add mod ord">
        <pc:chgData name="Nahuel Roel" userId="f57eb92d7f62e27b" providerId="LiveId" clId="{1698397B-2804-4513-BF38-7951CB4798F0}" dt="2026-09-26T19:50:33.526" v="641" actId="20577"/>
        <pc:sldMkLst>
          <pc:docMk/>
          <pc:sldMk cId="554649939" sldId="265"/>
        </pc:sldMkLst>
        <pc:spChg chg="mod">
          <ac:chgData name="Nahuel Roel" userId="f57eb92d7f62e27b" providerId="LiveId" clId="{1698397B-2804-4513-BF38-7951CB4798F0}" dt="2026-09-26T19:49:56.545" v="619" actId="20577"/>
          <ac:spMkLst>
            <pc:docMk/>
            <pc:sldMk cId="554649939" sldId="265"/>
            <ac:spMk id="2" creationId="{793E5DAC-CD94-83EE-851A-82F01B55EC0D}"/>
          </ac:spMkLst>
        </pc:spChg>
        <pc:spChg chg="add mod">
          <ac:chgData name="Nahuel Roel" userId="f57eb92d7f62e27b" providerId="LiveId" clId="{1698397B-2804-4513-BF38-7951CB4798F0}" dt="2026-09-26T19:50:33.526" v="641" actId="20577"/>
          <ac:spMkLst>
            <pc:docMk/>
            <pc:sldMk cId="554649939" sldId="265"/>
            <ac:spMk id="4" creationId="{DE64B951-D904-B213-33A1-4F93216368D0}"/>
          </ac:spMkLst>
        </pc:spChg>
        <pc:spChg chg="del">
          <ac:chgData name="Nahuel Roel" userId="f57eb92d7f62e27b" providerId="LiveId" clId="{1698397B-2804-4513-BF38-7951CB4798F0}" dt="2026-09-26T19:49:10.273" v="541" actId="478"/>
          <ac:spMkLst>
            <pc:docMk/>
            <pc:sldMk cId="554649939" sldId="265"/>
            <ac:spMk id="15" creationId="{C4C829EA-51D1-65E6-DB7F-E70FF493BC27}"/>
          </ac:spMkLst>
        </pc:spChg>
        <pc:spChg chg="del">
          <ac:chgData name="Nahuel Roel" userId="f57eb92d7f62e27b" providerId="LiveId" clId="{1698397B-2804-4513-BF38-7951CB4798F0}" dt="2026-09-26T19:49:11.752" v="544" actId="478"/>
          <ac:spMkLst>
            <pc:docMk/>
            <pc:sldMk cId="554649939" sldId="265"/>
            <ac:spMk id="17" creationId="{88DBC658-8C2E-F1FB-5C08-84314F3C6135}"/>
          </ac:spMkLst>
        </pc:spChg>
        <pc:spChg chg="del">
          <ac:chgData name="Nahuel Roel" userId="f57eb92d7f62e27b" providerId="LiveId" clId="{1698397B-2804-4513-BF38-7951CB4798F0}" dt="2026-09-26T19:49:10.866" v="542" actId="478"/>
          <ac:spMkLst>
            <pc:docMk/>
            <pc:sldMk cId="554649939" sldId="265"/>
            <ac:spMk id="19" creationId="{98B9581C-93E6-5CF5-387A-04924783CD54}"/>
          </ac:spMkLst>
        </pc:spChg>
        <pc:spChg chg="del">
          <ac:chgData name="Nahuel Roel" userId="f57eb92d7f62e27b" providerId="LiveId" clId="{1698397B-2804-4513-BF38-7951CB4798F0}" dt="2026-09-26T19:49:11.354" v="543" actId="478"/>
          <ac:spMkLst>
            <pc:docMk/>
            <pc:sldMk cId="554649939" sldId="265"/>
            <ac:spMk id="21" creationId="{1DA15C86-2B5D-DB2C-C736-A98B8F73EAD9}"/>
          </ac:spMkLst>
        </pc:spChg>
        <pc:picChg chg="del">
          <ac:chgData name="Nahuel Roel" userId="f57eb92d7f62e27b" providerId="LiveId" clId="{1698397B-2804-4513-BF38-7951CB4798F0}" dt="2026-09-26T19:49:05.931" v="540" actId="478"/>
          <ac:picMkLst>
            <pc:docMk/>
            <pc:sldMk cId="554649939" sldId="265"/>
            <ac:picMk id="14" creationId="{D02610E5-E1A1-428F-6022-63D756A1E523}"/>
          </ac:picMkLst>
        </pc:picChg>
      </pc:sldChg>
      <pc:sldChg chg="add del">
        <pc:chgData name="Nahuel Roel" userId="f57eb92d7f62e27b" providerId="LiveId" clId="{1698397B-2804-4513-BF38-7951CB4798F0}" dt="2026-09-26T19:47:57.805" v="538" actId="2696"/>
        <pc:sldMkLst>
          <pc:docMk/>
          <pc:sldMk cId="2837967391" sldId="265"/>
        </pc:sldMkLst>
      </pc:sldChg>
      <pc:sldChg chg="addSp delSp modSp add mod">
        <pc:chgData name="Nahuel Roel" userId="f57eb92d7f62e27b" providerId="LiveId" clId="{1698397B-2804-4513-BF38-7951CB4798F0}" dt="2026-09-26T19:53:07.521" v="773" actId="14100"/>
        <pc:sldMkLst>
          <pc:docMk/>
          <pc:sldMk cId="446993219" sldId="266"/>
        </pc:sldMkLst>
        <pc:spChg chg="mod">
          <ac:chgData name="Nahuel Roel" userId="f57eb92d7f62e27b" providerId="LiveId" clId="{1698397B-2804-4513-BF38-7951CB4798F0}" dt="2026-09-26T19:52:54.684" v="766" actId="14100"/>
          <ac:spMkLst>
            <pc:docMk/>
            <pc:sldMk cId="446993219" sldId="266"/>
            <ac:spMk id="5" creationId="{8E26B6D4-0DEC-8ACA-C453-D715170C4B50}"/>
          </ac:spMkLst>
        </pc:spChg>
        <pc:spChg chg="del">
          <ac:chgData name="Nahuel Roel" userId="f57eb92d7f62e27b" providerId="LiveId" clId="{1698397B-2804-4513-BF38-7951CB4798F0}" dt="2026-09-26T19:52:47.152" v="758" actId="478"/>
          <ac:spMkLst>
            <pc:docMk/>
            <pc:sldMk cId="446993219" sldId="266"/>
            <ac:spMk id="6" creationId="{4DA3CDC3-99D8-B2B7-2E93-8440E9077DCB}"/>
          </ac:spMkLst>
        </pc:spChg>
        <pc:spChg chg="del">
          <ac:chgData name="Nahuel Roel" userId="f57eb92d7f62e27b" providerId="LiveId" clId="{1698397B-2804-4513-BF38-7951CB4798F0}" dt="2026-09-26T19:52:52.154" v="763" actId="478"/>
          <ac:spMkLst>
            <pc:docMk/>
            <pc:sldMk cId="446993219" sldId="266"/>
            <ac:spMk id="7" creationId="{C5FD09D9-D0F5-3D99-A808-4903D452075D}"/>
          </ac:spMkLst>
        </pc:spChg>
        <pc:spChg chg="del">
          <ac:chgData name="Nahuel Roel" userId="f57eb92d7f62e27b" providerId="LiveId" clId="{1698397B-2804-4513-BF38-7951CB4798F0}" dt="2026-09-26T19:52:52.567" v="764" actId="478"/>
          <ac:spMkLst>
            <pc:docMk/>
            <pc:sldMk cId="446993219" sldId="266"/>
            <ac:spMk id="8" creationId="{6BFC358F-B478-DF51-8B37-AB935B3940BB}"/>
          </ac:spMkLst>
        </pc:spChg>
        <pc:spChg chg="del">
          <ac:chgData name="Nahuel Roel" userId="f57eb92d7f62e27b" providerId="LiveId" clId="{1698397B-2804-4513-BF38-7951CB4798F0}" dt="2026-09-26T19:52:48.196" v="759" actId="478"/>
          <ac:spMkLst>
            <pc:docMk/>
            <pc:sldMk cId="446993219" sldId="266"/>
            <ac:spMk id="9" creationId="{DA580E28-C20D-8770-8DE4-3010B53379CB}"/>
          </ac:spMkLst>
        </pc:spChg>
        <pc:spChg chg="del">
          <ac:chgData name="Nahuel Roel" userId="f57eb92d7f62e27b" providerId="LiveId" clId="{1698397B-2804-4513-BF38-7951CB4798F0}" dt="2026-09-26T19:52:50.915" v="762" actId="478"/>
          <ac:spMkLst>
            <pc:docMk/>
            <pc:sldMk cId="446993219" sldId="266"/>
            <ac:spMk id="10" creationId="{2E1E7321-D502-672B-D3A8-F5A11C889E10}"/>
          </ac:spMkLst>
        </pc:spChg>
        <pc:spChg chg="del">
          <ac:chgData name="Nahuel Roel" userId="f57eb92d7f62e27b" providerId="LiveId" clId="{1698397B-2804-4513-BF38-7951CB4798F0}" dt="2026-09-26T19:52:52.917" v="765" actId="478"/>
          <ac:spMkLst>
            <pc:docMk/>
            <pc:sldMk cId="446993219" sldId="266"/>
            <ac:spMk id="11" creationId="{25E91EC8-9CF5-022B-0E69-F3CE1986983D}"/>
          </ac:spMkLst>
        </pc:spChg>
        <pc:spChg chg="del">
          <ac:chgData name="Nahuel Roel" userId="f57eb92d7f62e27b" providerId="LiveId" clId="{1698397B-2804-4513-BF38-7951CB4798F0}" dt="2026-09-26T19:52:49.114" v="760" actId="478"/>
          <ac:spMkLst>
            <pc:docMk/>
            <pc:sldMk cId="446993219" sldId="266"/>
            <ac:spMk id="12" creationId="{B4C2C7ED-EBED-320B-5DBE-DD52053445FB}"/>
          </ac:spMkLst>
        </pc:spChg>
        <pc:spChg chg="del">
          <ac:chgData name="Nahuel Roel" userId="f57eb92d7f62e27b" providerId="LiveId" clId="{1698397B-2804-4513-BF38-7951CB4798F0}" dt="2026-09-26T19:52:50.010" v="761" actId="478"/>
          <ac:spMkLst>
            <pc:docMk/>
            <pc:sldMk cId="446993219" sldId="266"/>
            <ac:spMk id="13" creationId="{A7456FA5-4AEC-15B4-B1B7-7CC0613E085F}"/>
          </ac:spMkLst>
        </pc:spChg>
        <pc:picChg chg="add mod">
          <ac:chgData name="Nahuel Roel" userId="f57eb92d7f62e27b" providerId="LiveId" clId="{1698397B-2804-4513-BF38-7951CB4798F0}" dt="2026-09-26T19:53:07.521" v="773" actId="14100"/>
          <ac:picMkLst>
            <pc:docMk/>
            <pc:sldMk cId="446993219" sldId="266"/>
            <ac:picMk id="4" creationId="{AF240A0A-E749-EAB1-7BD9-E890CCCBE5E3}"/>
          </ac:picMkLst>
        </pc:pic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49294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5CBD70-16BD-5698-DA14-145DF8442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1666C9-3453-5B43-6231-049D671483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AFC160-EAFA-4354-8352-AD2F056634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E581F3-6D60-A139-85C8-47FA49BBEC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3565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08B036-90BA-97E3-7D59-3A2E739B2E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F4A208-8AA8-F643-7912-77FDF478A8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C40D89-C0A3-8EB1-1672-441132D965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FC4F45-9BA6-69C7-7DF3-975A78ADE66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9440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60385D-51D6-53DE-3E25-F2CF27359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C4714D-A0CA-9814-3D4B-313E5B8281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81835E-A278-0035-938C-26667072B6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5B59B1-D0B4-3086-D89E-6B3EF752C6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3677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0A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85800"/>
            <a:ext cx="749808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UY" noProof="0" dirty="0"/>
          </a:p>
        </p:txBody>
      </p:sp>
      <p:sp>
        <p:nvSpPr>
          <p:cNvPr id="3" name="Text 1"/>
          <p:cNvSpPr txBox="1"/>
          <p:nvPr/>
        </p:nvSpPr>
        <p:spPr>
          <a:xfrm>
            <a:off x="1188720" y="96012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UY" sz="1600" noProof="0" dirty="0">
                <a:solidFill>
                  <a:srgbClr val="9D4EDD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Clase 2 de 7</a:t>
            </a:r>
            <a:endParaRPr lang="es-UY" sz="1600" noProof="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1371600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UY" sz="3400" b="1" noProof="0" dirty="0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Bases de </a:t>
            </a:r>
            <a:r>
              <a:rPr lang="es-UY" sz="3400" b="1" noProof="0" dirty="0" err="1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RStudio</a:t>
            </a:r>
            <a:r>
              <a:rPr lang="es-UY" sz="3400" b="1" noProof="0" dirty="0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 y Shiny</a:t>
            </a:r>
            <a:endParaRPr lang="es-UY" sz="3400" noProof="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260604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UY" sz="1800" noProof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+ server + shinyApp()</a:t>
            </a:r>
            <a:endParaRPr lang="es-UY" sz="1800" noProof="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406908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UY" sz="1200" noProof="0" dirty="0">
                <a:solidFill>
                  <a:srgbClr val="5A1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Visualización interactiva de datos con R y Shiny · Udelar</a:t>
            </a:r>
            <a:endParaRPr lang="es-UY" sz="1200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UY" sz="3000" b="1" noProof="0" dirty="0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Objetivos de la clase 2</a:t>
            </a:r>
            <a:endParaRPr lang="es-UY" sz="3000" noProof="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457200" cy="457200"/>
          </a:xfrm>
          <a:prstGeom prst="ellipse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  <p:txBody>
          <a:bodyPr/>
          <a:lstStyle/>
          <a:p>
            <a:endParaRPr lang="es-UY" noProof="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UY" sz="1600" b="1" noProof="0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</a:t>
            </a:r>
            <a:endParaRPr lang="es-UY" sz="1600" noProof="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23444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UY" sz="1500" noProof="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 la arquitectura mínima de una app Shiny.</a:t>
            </a:r>
            <a:endParaRPr lang="es-UY" sz="1500" noProof="0" dirty="0"/>
          </a:p>
        </p:txBody>
      </p:sp>
      <p:sp>
        <p:nvSpPr>
          <p:cNvPr id="8" name="Shape 6"/>
          <p:cNvSpPr/>
          <p:nvPr/>
        </p:nvSpPr>
        <p:spPr>
          <a:xfrm>
            <a:off x="502920" y="3200402"/>
            <a:ext cx="457200" cy="457200"/>
          </a:xfrm>
          <a:prstGeom prst="ellipse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  <p:txBody>
          <a:bodyPr/>
          <a:lstStyle/>
          <a:p>
            <a:endParaRPr lang="es-UY" noProof="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320040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UY" sz="1600" b="1" noProof="0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3</a:t>
            </a:r>
            <a:endParaRPr lang="es-UY" sz="1600" noProof="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315468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UY" sz="1500" noProof="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Distinguir código estático (corre una vez) del código que es reactivo (y corre al interactuar).</a:t>
            </a:r>
            <a:endParaRPr lang="es-UY" sz="1500" noProof="0" dirty="0"/>
          </a:p>
        </p:txBody>
      </p:sp>
      <p:sp>
        <p:nvSpPr>
          <p:cNvPr id="11" name="Shape 9"/>
          <p:cNvSpPr/>
          <p:nvPr/>
        </p:nvSpPr>
        <p:spPr>
          <a:xfrm>
            <a:off x="502920" y="4114802"/>
            <a:ext cx="457200" cy="457200"/>
          </a:xfrm>
          <a:prstGeom prst="ellipse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  <p:txBody>
          <a:bodyPr/>
          <a:lstStyle/>
          <a:p>
            <a:endParaRPr lang="es-UY" noProof="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411480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UY" sz="1600" b="1" noProof="0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4</a:t>
            </a:r>
            <a:endParaRPr lang="es-UY" sz="1600" noProof="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406908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UY" sz="1500" noProof="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Escribir la primera interacción. Sera un menú que cambia una ficha de texto.</a:t>
            </a:r>
            <a:endParaRPr lang="es-UY" sz="1500" noProof="0" dirty="0"/>
          </a:p>
        </p:txBody>
      </p:sp>
      <p:sp>
        <p:nvSpPr>
          <p:cNvPr id="14" name="Text 12"/>
          <p:cNvSpPr txBox="1"/>
          <p:nvPr/>
        </p:nvSpPr>
        <p:spPr>
          <a:xfrm>
            <a:off x="5852160" y="1097280"/>
            <a:ext cx="2834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UY" sz="11000" b="1" noProof="0" dirty="0">
                <a:solidFill>
                  <a:srgbClr val="F4ECF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C2</a:t>
            </a:r>
            <a:endParaRPr lang="es-UY" sz="11000" noProof="0" dirty="0"/>
          </a:p>
        </p:txBody>
      </p:sp>
      <p:sp>
        <p:nvSpPr>
          <p:cNvPr id="16" name="Shape 9">
            <a:extLst>
              <a:ext uri="{FF2B5EF4-FFF2-40B4-BE49-F238E27FC236}">
                <a16:creationId xmlns:a16="http://schemas.microsoft.com/office/drawing/2014/main" id="{1D79CD8E-7F94-22FB-A163-CA101040EB70}"/>
              </a:ext>
            </a:extLst>
          </p:cNvPr>
          <p:cNvSpPr/>
          <p:nvPr/>
        </p:nvSpPr>
        <p:spPr>
          <a:xfrm>
            <a:off x="502920" y="2240282"/>
            <a:ext cx="457200" cy="457200"/>
          </a:xfrm>
          <a:prstGeom prst="ellipse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  <p:txBody>
          <a:bodyPr/>
          <a:lstStyle/>
          <a:p>
            <a:endParaRPr lang="es-UY" noProof="0" dirty="0"/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136B7ABF-8590-477D-3BF2-8E81819BAB12}"/>
              </a:ext>
            </a:extLst>
          </p:cNvPr>
          <p:cNvSpPr txBox="1"/>
          <p:nvPr/>
        </p:nvSpPr>
        <p:spPr>
          <a:xfrm>
            <a:off x="502920" y="224028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UY" sz="1600" b="1" noProof="0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2</a:t>
            </a:r>
            <a:endParaRPr lang="es-UY" sz="1600" noProof="0" dirty="0"/>
          </a:p>
        </p:txBody>
      </p:sp>
      <p:sp>
        <p:nvSpPr>
          <p:cNvPr id="20" name="Text 11">
            <a:extLst>
              <a:ext uri="{FF2B5EF4-FFF2-40B4-BE49-F238E27FC236}">
                <a16:creationId xmlns:a16="http://schemas.microsoft.com/office/drawing/2014/main" id="{79337DAC-BF57-160F-A4B8-430FDAD1B964}"/>
              </a:ext>
            </a:extLst>
          </p:cNvPr>
          <p:cNvSpPr txBox="1"/>
          <p:nvPr/>
        </p:nvSpPr>
        <p:spPr>
          <a:xfrm>
            <a:off x="1188720" y="219456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UY" sz="1500" noProof="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 cuáles son los datos que están detrás de la app principal.</a:t>
            </a:r>
            <a:endParaRPr lang="es-UY" sz="1500" noProof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6BD4D7-301B-E6E3-77B7-DCE835D0D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93E5DAC-CD94-83EE-851A-82F01B55EC0D}"/>
              </a:ext>
            </a:extLst>
          </p:cNvPr>
          <p:cNvSpPr txBox="1"/>
          <p:nvPr/>
        </p:nvSpPr>
        <p:spPr>
          <a:xfrm>
            <a:off x="502920" y="32004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UY" sz="3000" b="1" noProof="0" dirty="0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Datos</a:t>
            </a:r>
            <a:r>
              <a:rPr lang="es-UY" sz="3000" b="1" dirty="0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: </a:t>
            </a:r>
            <a:r>
              <a:rPr lang="es-UY" sz="3000" dirty="0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elecciones_departamento_2024</a:t>
            </a:r>
            <a:r>
              <a:rPr lang="es-UY" sz="3000" u="sng" dirty="0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.csv</a:t>
            </a:r>
            <a:endParaRPr lang="es-UY" sz="3000" u="sng" noProof="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7512BEEE-7E85-14CF-7AE4-E98DDBCE076B}"/>
              </a:ext>
            </a:extLst>
          </p:cNvPr>
          <p:cNvSpPr/>
          <p:nvPr/>
        </p:nvSpPr>
        <p:spPr>
          <a:xfrm>
            <a:off x="502919" y="1280160"/>
            <a:ext cx="8127609" cy="2926080"/>
          </a:xfrm>
          <a:prstGeom prst="roundRect">
            <a:avLst>
              <a:gd name="adj" fmla="val 2143"/>
            </a:avLst>
          </a:prstGeom>
          <a:solidFill>
            <a:srgbClr val="F4ECFB"/>
          </a:solidFill>
          <a:ln w="12700">
            <a:solidFill>
              <a:srgbClr val="F4ECFB"/>
            </a:solidFill>
            <a:prstDash val="solid"/>
          </a:ln>
        </p:spPr>
        <p:txBody>
          <a:bodyPr/>
          <a:lstStyle/>
          <a:p>
            <a:endParaRPr lang="es-UY" noProof="0" dirty="0"/>
          </a:p>
        </p:txBody>
      </p:sp>
      <p:sp>
        <p:nvSpPr>
          <p:cNvPr id="4" name="Text 5">
            <a:extLst>
              <a:ext uri="{FF2B5EF4-FFF2-40B4-BE49-F238E27FC236}">
                <a16:creationId xmlns:a16="http://schemas.microsoft.com/office/drawing/2014/main" id="{DE64B951-D904-B213-33A1-4F93216368D0}"/>
              </a:ext>
            </a:extLst>
          </p:cNvPr>
          <p:cNvSpPr txBox="1"/>
          <p:nvPr/>
        </p:nvSpPr>
        <p:spPr>
          <a:xfrm>
            <a:off x="731519" y="1565910"/>
            <a:ext cx="7448843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>
              <a:buNone/>
              <a:defRPr sz="150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Los datos que </a:t>
            </a:r>
            <a:r>
              <a:rPr lang="en-US" dirty="0" err="1"/>
              <a:t>tiene</a:t>
            </a:r>
            <a:r>
              <a:rPr lang="en-US" dirty="0"/>
              <a:t> la app por </a:t>
            </a:r>
            <a:r>
              <a:rPr lang="en-US" dirty="0" err="1"/>
              <a:t>detrás</a:t>
            </a:r>
            <a:r>
              <a:rPr lang="en-US" dirty="0"/>
              <a:t> </a:t>
            </a:r>
            <a:r>
              <a:rPr lang="en-US" dirty="0" err="1"/>
              <a:t>consisten</a:t>
            </a:r>
            <a:r>
              <a:rPr lang="en-US" dirty="0"/>
              <a:t> en un </a:t>
            </a:r>
            <a:r>
              <a:rPr lang="en-US" dirty="0" err="1"/>
              <a:t>archivo</a:t>
            </a:r>
            <a:r>
              <a:rPr lang="en-US" dirty="0"/>
              <a:t> CSV (elecciones_departamento_2024.csv) con 19 </a:t>
            </a:r>
            <a:r>
              <a:rPr lang="en-US" dirty="0" err="1"/>
              <a:t>filas</a:t>
            </a:r>
            <a:r>
              <a:rPr lang="en-US" dirty="0"/>
              <a:t>, </a:t>
            </a:r>
            <a:r>
              <a:rPr lang="en-US" dirty="0" err="1"/>
              <a:t>correspondientes</a:t>
            </a:r>
            <a:r>
              <a:rPr lang="en-US" dirty="0"/>
              <a:t> a los 19 </a:t>
            </a:r>
            <a:r>
              <a:rPr lang="en-US" dirty="0" err="1"/>
              <a:t>departamentos</a:t>
            </a:r>
            <a:r>
              <a:rPr lang="en-US" dirty="0"/>
              <a:t> de Uruguay en la </a:t>
            </a:r>
            <a:r>
              <a:rPr lang="en-US" dirty="0" err="1"/>
              <a:t>Elección</a:t>
            </a:r>
            <a:r>
              <a:rPr lang="en-US" dirty="0"/>
              <a:t> Nacional 2024.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Contiene</a:t>
            </a:r>
            <a:r>
              <a:rPr lang="en-US" dirty="0"/>
              <a:t> datos </a:t>
            </a:r>
            <a:r>
              <a:rPr lang="en-US" dirty="0" err="1"/>
              <a:t>agregados</a:t>
            </a:r>
            <a:r>
              <a:rPr lang="en-US" dirty="0"/>
              <a:t> de </a:t>
            </a:r>
            <a:r>
              <a:rPr lang="en-US" dirty="0" err="1"/>
              <a:t>participación</a:t>
            </a:r>
            <a:r>
              <a:rPr lang="en-US" dirty="0"/>
              <a:t> </a:t>
            </a:r>
            <a:r>
              <a:rPr lang="en-US" dirty="0" err="1"/>
              <a:t>ciudadana</a:t>
            </a:r>
            <a:r>
              <a:rPr lang="en-US" dirty="0"/>
              <a:t>, </a:t>
            </a:r>
            <a:r>
              <a:rPr lang="en-US" dirty="0" err="1"/>
              <a:t>votos</a:t>
            </a:r>
            <a:r>
              <a:rPr lang="en-US" dirty="0"/>
              <a:t> </a:t>
            </a:r>
            <a:r>
              <a:rPr lang="en-US" dirty="0" err="1"/>
              <a:t>emitidos</a:t>
            </a:r>
            <a:r>
              <a:rPr lang="en-US" dirty="0"/>
              <a:t>, </a:t>
            </a:r>
            <a:r>
              <a:rPr lang="en-US" dirty="0" err="1"/>
              <a:t>habilitados</a:t>
            </a:r>
            <a:r>
              <a:rPr lang="en-US" dirty="0"/>
              <a:t>, </a:t>
            </a:r>
            <a:r>
              <a:rPr lang="en-US" dirty="0" err="1"/>
              <a:t>votos</a:t>
            </a:r>
            <a:r>
              <a:rPr lang="en-US" dirty="0"/>
              <a:t> en </a:t>
            </a:r>
            <a:r>
              <a:rPr lang="en-US" dirty="0" err="1"/>
              <a:t>blanco</a:t>
            </a:r>
            <a:r>
              <a:rPr lang="en-US" dirty="0"/>
              <a:t>, </a:t>
            </a:r>
            <a:r>
              <a:rPr lang="en-US" dirty="0" err="1"/>
              <a:t>anulados</a:t>
            </a:r>
            <a:r>
              <a:rPr lang="en-US" dirty="0"/>
              <a:t> y </a:t>
            </a:r>
            <a:r>
              <a:rPr lang="en-US" dirty="0" err="1"/>
              <a:t>región</a:t>
            </a:r>
            <a:r>
              <a:rPr lang="en-US" dirty="0"/>
              <a:t> </a:t>
            </a:r>
            <a:r>
              <a:rPr lang="en-US" dirty="0" err="1"/>
              <a:t>geográfica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Resultados por partido. </a:t>
            </a:r>
            <a:r>
              <a:rPr lang="en-US" dirty="0" err="1"/>
              <a:t>Incluye</a:t>
            </a:r>
            <a:r>
              <a:rPr lang="en-US" dirty="0"/>
              <a:t> el </a:t>
            </a:r>
            <a:r>
              <a:rPr lang="en-US" dirty="0" err="1"/>
              <a:t>lema</a:t>
            </a:r>
            <a:r>
              <a:rPr lang="en-US" dirty="0"/>
              <a:t> </a:t>
            </a:r>
            <a:r>
              <a:rPr lang="en-US" dirty="0" err="1"/>
              <a:t>ganador</a:t>
            </a:r>
            <a:r>
              <a:rPr lang="en-US" dirty="0"/>
              <a:t> con sus </a:t>
            </a:r>
            <a:r>
              <a:rPr lang="en-US" dirty="0" err="1"/>
              <a:t>porcentajes</a:t>
            </a:r>
            <a:r>
              <a:rPr lang="en-US" dirty="0"/>
              <a:t>, </a:t>
            </a:r>
            <a:r>
              <a:rPr lang="en-US" dirty="0" err="1"/>
              <a:t>votación</a:t>
            </a:r>
            <a:r>
              <a:rPr lang="en-US" dirty="0"/>
              <a:t> </a:t>
            </a:r>
            <a:r>
              <a:rPr lang="en-US" dirty="0" err="1"/>
              <a:t>detallada</a:t>
            </a:r>
            <a:r>
              <a:rPr lang="en-US" dirty="0"/>
              <a:t> (</a:t>
            </a:r>
            <a:r>
              <a:rPr lang="en-US" dirty="0" err="1"/>
              <a:t>absoluta</a:t>
            </a:r>
            <a:r>
              <a:rPr lang="en-US" dirty="0"/>
              <a:t> y </a:t>
            </a:r>
            <a:r>
              <a:rPr lang="en-US" dirty="0" err="1"/>
              <a:t>porcentual</a:t>
            </a:r>
            <a:r>
              <a:rPr lang="en-US" dirty="0"/>
              <a:t>) de </a:t>
            </a:r>
            <a:r>
              <a:rPr lang="en-US" dirty="0" err="1"/>
              <a:t>cada</a:t>
            </a:r>
            <a:r>
              <a:rPr lang="en-US" dirty="0"/>
              <a:t> partido político principal y </a:t>
            </a:r>
            <a:r>
              <a:rPr lang="en-US" dirty="0" err="1"/>
              <a:t>adhesión</a:t>
            </a:r>
            <a:r>
              <a:rPr lang="en-US" dirty="0"/>
              <a:t> a los </a:t>
            </a:r>
            <a:r>
              <a:rPr lang="en-US" dirty="0" err="1"/>
              <a:t>plebiscitos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546499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BC98E0-7D37-8BEA-912C-7E7E3CD8B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39EF070-FF18-0A6E-3C8E-D6F8007946AC}"/>
              </a:ext>
            </a:extLst>
          </p:cNvPr>
          <p:cNvSpPr txBox="1"/>
          <p:nvPr/>
        </p:nvSpPr>
        <p:spPr>
          <a:xfrm>
            <a:off x="502920" y="32004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UY" sz="3000" b="1" noProof="0" dirty="0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Datos</a:t>
            </a:r>
            <a:r>
              <a:rPr lang="es-UY" sz="3000" b="1" dirty="0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: </a:t>
            </a:r>
            <a:r>
              <a:rPr lang="es-UY" sz="3000" dirty="0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elecciones_departamento_2024</a:t>
            </a:r>
            <a:r>
              <a:rPr lang="es-UY" sz="3000" u="sng" dirty="0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.csv</a:t>
            </a:r>
            <a:endParaRPr lang="es-UY" sz="3000" u="sng" noProof="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581EBC85-A5A7-23F2-861F-F9A648179B36}"/>
              </a:ext>
            </a:extLst>
          </p:cNvPr>
          <p:cNvSpPr/>
          <p:nvPr/>
        </p:nvSpPr>
        <p:spPr>
          <a:xfrm>
            <a:off x="502919" y="1280160"/>
            <a:ext cx="8127609" cy="2926080"/>
          </a:xfrm>
          <a:prstGeom prst="roundRect">
            <a:avLst>
              <a:gd name="adj" fmla="val 2143"/>
            </a:avLst>
          </a:prstGeom>
          <a:solidFill>
            <a:srgbClr val="F4ECFB"/>
          </a:solidFill>
          <a:ln w="12700">
            <a:solidFill>
              <a:srgbClr val="F4ECFB"/>
            </a:solidFill>
            <a:prstDash val="solid"/>
          </a:ln>
        </p:spPr>
        <p:txBody>
          <a:bodyPr/>
          <a:lstStyle/>
          <a:p>
            <a:endParaRPr lang="es-UY" noProof="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5FCBB27-0515-DA1A-2938-C8DF7DA70B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145" y="1083212"/>
            <a:ext cx="7603156" cy="3539674"/>
          </a:xfrm>
          <a:prstGeom prst="rect">
            <a:avLst/>
          </a:prstGeom>
          <a:ln w="76200">
            <a:solidFill>
              <a:schemeClr val="accent1"/>
            </a:solidFill>
          </a:ln>
        </p:spPr>
      </p:pic>
      <p:sp>
        <p:nvSpPr>
          <p:cNvPr id="15" name="Arrow: Down 14">
            <a:extLst>
              <a:ext uri="{FF2B5EF4-FFF2-40B4-BE49-F238E27FC236}">
                <a16:creationId xmlns:a16="http://schemas.microsoft.com/office/drawing/2014/main" id="{FD0C4EE7-1279-9075-2066-0A7DF0D5D0CF}"/>
              </a:ext>
            </a:extLst>
          </p:cNvPr>
          <p:cNvSpPr/>
          <p:nvPr/>
        </p:nvSpPr>
        <p:spPr>
          <a:xfrm>
            <a:off x="998806" y="1364566"/>
            <a:ext cx="330591" cy="471267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row: Down 16">
            <a:extLst>
              <a:ext uri="{FF2B5EF4-FFF2-40B4-BE49-F238E27FC236}">
                <a16:creationId xmlns:a16="http://schemas.microsoft.com/office/drawing/2014/main" id="{9C307D1B-0298-C1AD-4FEE-BCC440EF057A}"/>
              </a:ext>
            </a:extLst>
          </p:cNvPr>
          <p:cNvSpPr/>
          <p:nvPr/>
        </p:nvSpPr>
        <p:spPr>
          <a:xfrm>
            <a:off x="2768990" y="1364565"/>
            <a:ext cx="330591" cy="471267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Arrow: Down 18">
            <a:extLst>
              <a:ext uri="{FF2B5EF4-FFF2-40B4-BE49-F238E27FC236}">
                <a16:creationId xmlns:a16="http://schemas.microsoft.com/office/drawing/2014/main" id="{9215B170-4D13-2E4C-B581-DA1647CD8A5E}"/>
              </a:ext>
            </a:extLst>
          </p:cNvPr>
          <p:cNvSpPr/>
          <p:nvPr/>
        </p:nvSpPr>
        <p:spPr>
          <a:xfrm>
            <a:off x="1426327" y="1364564"/>
            <a:ext cx="330591" cy="471267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A5CB17AB-9A8B-F10E-0484-E12C7289D857}"/>
              </a:ext>
            </a:extLst>
          </p:cNvPr>
          <p:cNvSpPr/>
          <p:nvPr/>
        </p:nvSpPr>
        <p:spPr>
          <a:xfrm>
            <a:off x="2252804" y="1364566"/>
            <a:ext cx="330591" cy="471267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0926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UY" sz="3000" b="1" noProof="0" dirty="0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La app</a:t>
            </a:r>
            <a:endParaRPr lang="es-UY" sz="3000" noProof="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2560320" cy="2926080"/>
          </a:xfrm>
          <a:prstGeom prst="roundRect">
            <a:avLst>
              <a:gd name="adj" fmla="val 2143"/>
            </a:avLst>
          </a:prstGeom>
          <a:solidFill>
            <a:srgbClr val="F4ECFB"/>
          </a:solidFill>
          <a:ln w="12700">
            <a:solidFill>
              <a:srgbClr val="F4ECFB"/>
            </a:solidFill>
            <a:prstDash val="solid"/>
          </a:ln>
        </p:spPr>
        <p:txBody>
          <a:bodyPr/>
          <a:lstStyle/>
          <a:p>
            <a:endParaRPr lang="es-UY" noProof="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4173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UY" sz="1600" b="1" noProof="0" dirty="0">
                <a:solidFill>
                  <a:srgbClr val="5A189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-Qué muestra</a:t>
            </a:r>
            <a:endParaRPr lang="es-UY" sz="1600" noProof="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01168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UY" sz="130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 título y cuerpo de texto, pero además incorpora un</a:t>
            </a:r>
            <a:r>
              <a:rPr lang="es-UY" sz="1300" noProof="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menú desplegable con los departamentos, lo que genera una ficha dinámica con los resultados electorales del departamento seleccionado (siempre hablando de las elecciones 2024).</a:t>
            </a:r>
            <a:endParaRPr lang="es-UY" sz="1300" noProof="0" dirty="0"/>
          </a:p>
        </p:txBody>
      </p:sp>
      <p:sp>
        <p:nvSpPr>
          <p:cNvPr id="8" name="Shape 6"/>
          <p:cNvSpPr/>
          <p:nvPr/>
        </p:nvSpPr>
        <p:spPr>
          <a:xfrm>
            <a:off x="3291840" y="1280160"/>
            <a:ext cx="2560320" cy="2926080"/>
          </a:xfrm>
          <a:prstGeom prst="roundRect">
            <a:avLst>
              <a:gd name="adj" fmla="val 2143"/>
            </a:avLst>
          </a:prstGeom>
          <a:solidFill>
            <a:srgbClr val="F4ECFB"/>
          </a:solidFill>
          <a:ln w="12700">
            <a:solidFill>
              <a:srgbClr val="F4ECFB"/>
            </a:solidFill>
            <a:prstDash val="solid"/>
          </a:ln>
        </p:spPr>
        <p:txBody>
          <a:bodyPr/>
          <a:lstStyle/>
          <a:p>
            <a:endParaRPr lang="es-UY" noProof="0" dirty="0"/>
          </a:p>
        </p:txBody>
      </p:sp>
      <p:sp>
        <p:nvSpPr>
          <p:cNvPr id="9" name="Text 7"/>
          <p:cNvSpPr txBox="1"/>
          <p:nvPr/>
        </p:nvSpPr>
        <p:spPr>
          <a:xfrm>
            <a:off x="3520440" y="14173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UY" sz="1600" b="1" noProof="0" dirty="0">
                <a:solidFill>
                  <a:srgbClr val="5A189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-Cómo está armada</a:t>
            </a:r>
            <a:endParaRPr lang="es-UY" sz="1600" noProof="0" dirty="0"/>
          </a:p>
        </p:txBody>
      </p:sp>
      <p:sp>
        <p:nvSpPr>
          <p:cNvPr id="10" name="Text 8"/>
          <p:cNvSpPr txBox="1"/>
          <p:nvPr/>
        </p:nvSpPr>
        <p:spPr>
          <a:xfrm>
            <a:off x="3520440" y="201168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1300" noProof="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parametrizable en R Shiny sobre las elecciones 2024 en Uruguay. Se divide en: Zona de pruebas (estética y maquetado), carga de datos, interfaz (ui) y servidor (server), que actualiza la ficha y la tabla según el departamento.</a:t>
            </a:r>
            <a:endParaRPr lang="es-UY" sz="1300" noProof="0" dirty="0"/>
          </a:p>
        </p:txBody>
      </p:sp>
      <p:sp>
        <p:nvSpPr>
          <p:cNvPr id="11" name="Shape 9"/>
          <p:cNvSpPr/>
          <p:nvPr/>
        </p:nvSpPr>
        <p:spPr>
          <a:xfrm>
            <a:off x="6080760" y="1280160"/>
            <a:ext cx="2560320" cy="2926080"/>
          </a:xfrm>
          <a:prstGeom prst="roundRect">
            <a:avLst>
              <a:gd name="adj" fmla="val 2143"/>
            </a:avLst>
          </a:prstGeom>
          <a:solidFill>
            <a:srgbClr val="F4ECFB"/>
          </a:solidFill>
          <a:ln w="12700">
            <a:solidFill>
              <a:srgbClr val="F4ECFB"/>
            </a:solidFill>
            <a:prstDash val="solid"/>
          </a:ln>
        </p:spPr>
        <p:txBody>
          <a:bodyPr/>
          <a:lstStyle/>
          <a:p>
            <a:endParaRPr lang="es-UY" dirty="0"/>
          </a:p>
        </p:txBody>
      </p:sp>
      <p:sp>
        <p:nvSpPr>
          <p:cNvPr id="12" name="Text 10"/>
          <p:cNvSpPr txBox="1"/>
          <p:nvPr/>
        </p:nvSpPr>
        <p:spPr>
          <a:xfrm>
            <a:off x="6309360" y="14173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UY" sz="1600" b="1" noProof="0" dirty="0">
                <a:solidFill>
                  <a:srgbClr val="5A189A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-</a:t>
            </a:r>
            <a:r>
              <a:rPr lang="es-UY" sz="1600" b="1" dirty="0">
                <a:solidFill>
                  <a:srgbClr val="5A189A"/>
                </a:solidFill>
                <a:latin typeface="Oswald" pitchFamily="34" charset="0"/>
              </a:rPr>
              <a:t>Interactividad</a:t>
            </a:r>
          </a:p>
        </p:txBody>
      </p:sp>
      <p:sp>
        <p:nvSpPr>
          <p:cNvPr id="13" name="Text 11"/>
          <p:cNvSpPr txBox="1"/>
          <p:nvPr/>
        </p:nvSpPr>
        <p:spPr>
          <a:xfrm>
            <a:off x="6309360" y="201168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UY" sz="130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posible cambiar el departamento en el que se enfoca la app, lo que cambia el texto de la mini-ficha.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816B73-5BF1-A6CC-0AA7-22C614C928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8CD63CB-A970-B748-5E27-72C8C3630A7F}"/>
              </a:ext>
            </a:extLst>
          </p:cNvPr>
          <p:cNvSpPr txBox="1"/>
          <p:nvPr/>
        </p:nvSpPr>
        <p:spPr>
          <a:xfrm>
            <a:off x="502920" y="32004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UY" sz="3000" b="1" noProof="0" dirty="0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La app</a:t>
            </a:r>
            <a:endParaRPr lang="es-UY" sz="3000" noProof="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8E26B6D4-0DEC-8ACA-C453-D715170C4B50}"/>
              </a:ext>
            </a:extLst>
          </p:cNvPr>
          <p:cNvSpPr/>
          <p:nvPr/>
        </p:nvSpPr>
        <p:spPr>
          <a:xfrm>
            <a:off x="502920" y="1280160"/>
            <a:ext cx="8169812" cy="2926080"/>
          </a:xfrm>
          <a:prstGeom prst="roundRect">
            <a:avLst>
              <a:gd name="adj" fmla="val 2143"/>
            </a:avLst>
          </a:prstGeom>
          <a:solidFill>
            <a:srgbClr val="F4ECFB"/>
          </a:solidFill>
          <a:ln w="12700">
            <a:solidFill>
              <a:srgbClr val="F4ECFB"/>
            </a:solidFill>
            <a:prstDash val="solid"/>
          </a:ln>
        </p:spPr>
        <p:txBody>
          <a:bodyPr/>
          <a:lstStyle/>
          <a:p>
            <a:endParaRPr lang="es-UY" noProof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F240A0A-E749-EAB1-7BD9-E890CCCBE5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647" y="1083212"/>
            <a:ext cx="7299941" cy="3910819"/>
          </a:xfrm>
          <a:prstGeom prst="rect">
            <a:avLst/>
          </a:prstGeom>
          <a:ln w="7620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4469932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UY" sz="3000" b="1" noProof="0" dirty="0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Componentes a recordar al revisar app.R</a:t>
            </a:r>
            <a:endParaRPr lang="es-UY" sz="3000" noProof="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3954780" cy="585216"/>
          </a:xfrm>
          <a:prstGeom prst="roundRect">
            <a:avLst>
              <a:gd name="adj" fmla="val 7813"/>
            </a:avLst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rgbClr val="F4ECFB"/>
            </a:solidFill>
            <a:prstDash val="solid"/>
          </a:ln>
        </p:spPr>
        <p:txBody>
          <a:bodyPr/>
          <a:lstStyle/>
          <a:p>
            <a:endParaRPr lang="es-UY" noProof="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207008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UY" sz="1050" b="1" noProof="0" dirty="0">
                <a:solidFill>
                  <a:srgbClr val="5A1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library(shiny)</a:t>
            </a:r>
            <a:endParaRPr lang="es-UY" sz="1050" noProof="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469624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UY" sz="1050" noProof="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el paquete.</a:t>
            </a:r>
            <a:endParaRPr lang="es-UY" sz="1050" noProof="0" dirty="0"/>
          </a:p>
        </p:txBody>
      </p:sp>
      <p:sp>
        <p:nvSpPr>
          <p:cNvPr id="8" name="Shape 6"/>
          <p:cNvSpPr/>
          <p:nvPr/>
        </p:nvSpPr>
        <p:spPr>
          <a:xfrm>
            <a:off x="4686300" y="1188720"/>
            <a:ext cx="3954780" cy="585216"/>
          </a:xfrm>
          <a:prstGeom prst="roundRect">
            <a:avLst>
              <a:gd name="adj" fmla="val 7813"/>
            </a:avLst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rgbClr val="F4ECFB"/>
            </a:solidFill>
            <a:prstDash val="solid"/>
          </a:ln>
        </p:spPr>
        <p:txBody>
          <a:bodyPr/>
          <a:lstStyle/>
          <a:p>
            <a:endParaRPr lang="es-UY" noProof="0" dirty="0"/>
          </a:p>
        </p:txBody>
      </p:sp>
      <p:sp>
        <p:nvSpPr>
          <p:cNvPr id="9" name="Text 7"/>
          <p:cNvSpPr txBox="1"/>
          <p:nvPr/>
        </p:nvSpPr>
        <p:spPr>
          <a:xfrm>
            <a:off x="4823460" y="1207008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UY" sz="1050" b="1" noProof="0" dirty="0">
                <a:solidFill>
                  <a:srgbClr val="5A1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 &lt;- fluidPage(...)</a:t>
            </a:r>
            <a:endParaRPr lang="es-UY" sz="1050" noProof="0" dirty="0"/>
          </a:p>
        </p:txBody>
      </p:sp>
      <p:sp>
        <p:nvSpPr>
          <p:cNvPr id="10" name="Text 8"/>
          <p:cNvSpPr txBox="1"/>
          <p:nvPr/>
        </p:nvSpPr>
        <p:spPr>
          <a:xfrm>
            <a:off x="4823460" y="1469624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UY" sz="1050" noProof="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se ve. Funciones que generan HTML.</a:t>
            </a:r>
            <a:endParaRPr lang="es-UY" sz="1050" noProof="0" dirty="0"/>
          </a:p>
        </p:txBody>
      </p:sp>
      <p:sp>
        <p:nvSpPr>
          <p:cNvPr id="11" name="Shape 9"/>
          <p:cNvSpPr/>
          <p:nvPr/>
        </p:nvSpPr>
        <p:spPr>
          <a:xfrm>
            <a:off x="502920" y="1847088"/>
            <a:ext cx="3954780" cy="585216"/>
          </a:xfrm>
          <a:prstGeom prst="roundRect">
            <a:avLst>
              <a:gd name="adj" fmla="val 7813"/>
            </a:avLst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rgbClr val="F4ECFB"/>
            </a:solidFill>
            <a:prstDash val="solid"/>
          </a:ln>
        </p:spPr>
        <p:txBody>
          <a:bodyPr/>
          <a:lstStyle/>
          <a:p>
            <a:endParaRPr lang="es-UY" noProof="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1865376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UY" sz="1050" b="1" noProof="0" dirty="0">
                <a:solidFill>
                  <a:srgbClr val="5A1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 &lt;- function(input, output, session)</a:t>
            </a:r>
            <a:endParaRPr lang="es-UY" sz="1050" noProof="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2127992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UY" sz="1050" noProof="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Determina qué hace la app. La lógica.</a:t>
            </a:r>
            <a:endParaRPr lang="es-UY" sz="1050" noProof="0" dirty="0"/>
          </a:p>
        </p:txBody>
      </p:sp>
      <p:sp>
        <p:nvSpPr>
          <p:cNvPr id="14" name="Shape 12"/>
          <p:cNvSpPr/>
          <p:nvPr/>
        </p:nvSpPr>
        <p:spPr>
          <a:xfrm>
            <a:off x="2343150" y="3237328"/>
            <a:ext cx="3954780" cy="585216"/>
          </a:xfrm>
          <a:prstGeom prst="roundRect">
            <a:avLst>
              <a:gd name="adj" fmla="val 7813"/>
            </a:avLst>
          </a:prstGeom>
          <a:solidFill>
            <a:srgbClr val="F4ECFB"/>
          </a:solidFill>
          <a:ln w="12700">
            <a:solidFill>
              <a:srgbClr val="F4ECFB"/>
            </a:solidFill>
            <a:prstDash val="solid"/>
          </a:ln>
        </p:spPr>
        <p:txBody>
          <a:bodyPr/>
          <a:lstStyle/>
          <a:p>
            <a:endParaRPr lang="es-UY" noProof="0" dirty="0"/>
          </a:p>
        </p:txBody>
      </p:sp>
      <p:sp>
        <p:nvSpPr>
          <p:cNvPr id="15" name="Text 13"/>
          <p:cNvSpPr txBox="1"/>
          <p:nvPr/>
        </p:nvSpPr>
        <p:spPr>
          <a:xfrm>
            <a:off x="2480310" y="3255616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UY" sz="1050" b="1" noProof="0" dirty="0">
                <a:solidFill>
                  <a:srgbClr val="5A1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shinyApp(ui, server)</a:t>
            </a:r>
            <a:endParaRPr lang="es-UY" sz="1050" noProof="0" dirty="0"/>
          </a:p>
        </p:txBody>
      </p:sp>
      <p:sp>
        <p:nvSpPr>
          <p:cNvPr id="16" name="Text 14"/>
          <p:cNvSpPr txBox="1"/>
          <p:nvPr/>
        </p:nvSpPr>
        <p:spPr>
          <a:xfrm>
            <a:off x="2480310" y="3518232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UY" sz="1050" noProof="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las piezas y arranca la app</a:t>
            </a:r>
            <a:endParaRPr lang="es-UY" sz="1050" noProof="0" dirty="0"/>
          </a:p>
        </p:txBody>
      </p:sp>
      <p:sp>
        <p:nvSpPr>
          <p:cNvPr id="17" name="Shape 15"/>
          <p:cNvSpPr/>
          <p:nvPr/>
        </p:nvSpPr>
        <p:spPr>
          <a:xfrm>
            <a:off x="502920" y="2505456"/>
            <a:ext cx="3954780" cy="585216"/>
          </a:xfrm>
          <a:prstGeom prst="roundRect">
            <a:avLst>
              <a:gd name="adj" fmla="val 7813"/>
            </a:avLst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rgbClr val="F4ECFB"/>
            </a:solidFill>
            <a:prstDash val="solid"/>
          </a:ln>
        </p:spPr>
        <p:txBody>
          <a:bodyPr/>
          <a:lstStyle/>
          <a:p>
            <a:endParaRPr lang="es-UY" noProof="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2523744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UY" sz="1050" b="1" noProof="0" dirty="0">
                <a:solidFill>
                  <a:srgbClr val="5A1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selectInput("depto", ...)</a:t>
            </a:r>
            <a:endParaRPr lang="es-UY" sz="1050" noProof="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2786360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UY" sz="1050" noProof="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input. Se lee con input$depto.</a:t>
            </a:r>
            <a:endParaRPr lang="es-UY" sz="1050" noProof="0" dirty="0"/>
          </a:p>
        </p:txBody>
      </p:sp>
      <p:sp>
        <p:nvSpPr>
          <p:cNvPr id="20" name="Shape 18"/>
          <p:cNvSpPr/>
          <p:nvPr/>
        </p:nvSpPr>
        <p:spPr>
          <a:xfrm>
            <a:off x="4686300" y="2505456"/>
            <a:ext cx="3954780" cy="585216"/>
          </a:xfrm>
          <a:prstGeom prst="roundRect">
            <a:avLst>
              <a:gd name="adj" fmla="val 7813"/>
            </a:avLst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F4ECFB"/>
            </a:solidFill>
            <a:prstDash val="solid"/>
          </a:ln>
        </p:spPr>
        <p:txBody>
          <a:bodyPr/>
          <a:lstStyle/>
          <a:p>
            <a:endParaRPr lang="es-UY" noProof="0" dirty="0"/>
          </a:p>
        </p:txBody>
      </p:sp>
      <p:sp>
        <p:nvSpPr>
          <p:cNvPr id="21" name="Text 19"/>
          <p:cNvSpPr txBox="1"/>
          <p:nvPr/>
        </p:nvSpPr>
        <p:spPr>
          <a:xfrm>
            <a:off x="4823460" y="2523744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UY" sz="1050" b="1" noProof="0" dirty="0">
                <a:solidFill>
                  <a:srgbClr val="5A1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textOutput() y renderText()</a:t>
            </a:r>
            <a:endParaRPr lang="es-UY" sz="1050" noProof="0" dirty="0"/>
          </a:p>
        </p:txBody>
      </p:sp>
      <p:sp>
        <p:nvSpPr>
          <p:cNvPr id="22" name="Text 20"/>
          <p:cNvSpPr txBox="1"/>
          <p:nvPr/>
        </p:nvSpPr>
        <p:spPr>
          <a:xfrm>
            <a:off x="4823460" y="2786360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UY" sz="1050" noProof="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par output y render.</a:t>
            </a:r>
            <a:endParaRPr lang="es-UY" sz="1050" noProof="0" dirty="0"/>
          </a:p>
        </p:txBody>
      </p:sp>
      <p:sp>
        <p:nvSpPr>
          <p:cNvPr id="23" name="Shape 21"/>
          <p:cNvSpPr/>
          <p:nvPr/>
        </p:nvSpPr>
        <p:spPr>
          <a:xfrm>
            <a:off x="4686300" y="1849452"/>
            <a:ext cx="3954780" cy="585216"/>
          </a:xfrm>
          <a:prstGeom prst="roundRect">
            <a:avLst>
              <a:gd name="adj" fmla="val 7813"/>
            </a:avLst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F4ECFB"/>
            </a:solidFill>
            <a:prstDash val="solid"/>
          </a:ln>
        </p:spPr>
        <p:txBody>
          <a:bodyPr/>
          <a:lstStyle/>
          <a:p>
            <a:endParaRPr lang="es-UY" noProof="0" dirty="0"/>
          </a:p>
        </p:txBody>
      </p:sp>
      <p:sp>
        <p:nvSpPr>
          <p:cNvPr id="24" name="Text 22"/>
          <p:cNvSpPr txBox="1"/>
          <p:nvPr/>
        </p:nvSpPr>
        <p:spPr>
          <a:xfrm>
            <a:off x="4823460" y="1867740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UY" sz="1050" b="1" noProof="0" dirty="0">
                <a:solidFill>
                  <a:srgbClr val="5A1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tableOutput() y renderTable()</a:t>
            </a:r>
            <a:endParaRPr lang="es-UY" sz="1050" noProof="0" dirty="0"/>
          </a:p>
        </p:txBody>
      </p:sp>
      <p:sp>
        <p:nvSpPr>
          <p:cNvPr id="25" name="Text 23"/>
          <p:cNvSpPr txBox="1"/>
          <p:nvPr/>
        </p:nvSpPr>
        <p:spPr>
          <a:xfrm>
            <a:off x="4823460" y="2130356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UY" sz="1050" noProof="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Segundo par. Sin inputs, queda fijo.</a:t>
            </a:r>
            <a:endParaRPr lang="es-UY" sz="1050" noProof="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UY" sz="3000" b="1" noProof="0" dirty="0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Código clave</a:t>
            </a:r>
            <a:endParaRPr lang="es-UY" sz="3000" noProof="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8138160" cy="3429000"/>
          </a:xfrm>
          <a:prstGeom prst="roundRect">
            <a:avLst>
              <a:gd name="adj" fmla="val 1600"/>
            </a:avLst>
          </a:prstGeom>
          <a:solidFill>
            <a:srgbClr val="2E0A4E"/>
          </a:solidFill>
          <a:ln w="12700">
            <a:solidFill>
              <a:srgbClr val="2E0A4E"/>
            </a:solidFill>
            <a:prstDash val="solid"/>
          </a:ln>
        </p:spPr>
        <p:txBody>
          <a:bodyPr/>
          <a:lstStyle/>
          <a:p>
            <a:endParaRPr lang="es-UY" noProof="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325880"/>
            <a:ext cx="758952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s-UY" sz="1100" noProof="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 &lt;- fluidPage(</a:t>
            </a:r>
            <a:endParaRPr lang="es-UY" sz="1100" noProof="0" dirty="0">
              <a:solidFill>
                <a:schemeClr val="bg1"/>
              </a:solidFill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s-UY" sz="1100" noProof="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selectInput("depto", "Departamento:", </a:t>
            </a:r>
            <a:r>
              <a:rPr lang="es-UY" sz="1100" noProof="0" dirty="0" err="1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choices</a:t>
            </a:r>
            <a:r>
              <a:rPr lang="es-UY" sz="1100" noProof="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departamentos),</a:t>
            </a:r>
            <a:endParaRPr lang="es-UY" sz="1100" noProof="0" dirty="0">
              <a:solidFill>
                <a:schemeClr val="bg1"/>
              </a:solidFill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s-UY" sz="1100" noProof="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textOutput("ficha")</a:t>
            </a:r>
            <a:endParaRPr lang="es-UY" sz="1100" noProof="0" dirty="0">
              <a:solidFill>
                <a:schemeClr val="bg1"/>
              </a:solidFill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s-UY" sz="1100" noProof="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</a:p>
          <a:p>
            <a:pPr marL="0" indent="0">
              <a:spcAft>
                <a:spcPts val="200"/>
              </a:spcAft>
              <a:buNone/>
            </a:pPr>
            <a:endParaRPr lang="es-UY" sz="1100" noProof="0" dirty="0">
              <a:solidFill>
                <a:schemeClr val="bg1"/>
              </a:solidFill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s-UY" sz="1100" noProof="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 &lt;- function(input, output, session) {</a:t>
            </a:r>
            <a:endParaRPr lang="es-UY" sz="1100" noProof="0" dirty="0">
              <a:solidFill>
                <a:schemeClr val="bg1"/>
              </a:solidFill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s-UY" sz="1100" noProof="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s-UY" sz="1100" noProof="0" dirty="0" err="1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output$ficha</a:t>
            </a:r>
            <a:r>
              <a:rPr lang="es-UY" sz="1100" noProof="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&lt;- renderText({</a:t>
            </a:r>
            <a:endParaRPr lang="es-UY" sz="1100" noProof="0" dirty="0">
              <a:solidFill>
                <a:schemeClr val="bg1"/>
              </a:solidFill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s-UY" sz="1100" noProof="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fila &lt;- elecciones[</a:t>
            </a:r>
            <a:r>
              <a:rPr lang="es-UY" sz="1100" noProof="0" dirty="0" err="1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elecciones$departamento</a:t>
            </a:r>
            <a:r>
              <a:rPr lang="es-UY" sz="1100" noProof="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== </a:t>
            </a:r>
            <a:r>
              <a:rPr lang="es-UY" sz="1100" noProof="0" dirty="0" err="1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input$depto</a:t>
            </a:r>
            <a:r>
              <a:rPr lang="es-UY" sz="1100" noProof="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]</a:t>
            </a:r>
            <a:endParaRPr lang="es-UY" sz="1100" noProof="0" dirty="0">
              <a:solidFill>
                <a:schemeClr val="bg1"/>
              </a:solidFill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s-UY" sz="1100" noProof="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paste0("En ", </a:t>
            </a:r>
            <a:r>
              <a:rPr lang="es-UY" sz="1100" noProof="0" dirty="0" err="1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fila$departamento</a:t>
            </a:r>
            <a:r>
              <a:rPr lang="es-UY" sz="1100" noProof="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" ganó ", </a:t>
            </a:r>
            <a:r>
              <a:rPr lang="es-UY" sz="1100" noProof="0" dirty="0" err="1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fila$lema_ganador</a:t>
            </a:r>
            <a:r>
              <a:rPr lang="es-UY" sz="1100" noProof="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s-UY" sz="1100" noProof="0" dirty="0">
              <a:solidFill>
                <a:schemeClr val="bg1"/>
              </a:solidFill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s-UY" sz="1100" noProof="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</a:t>
            </a:r>
            <a:endParaRPr lang="es-UY" sz="1100" noProof="0" dirty="0">
              <a:solidFill>
                <a:schemeClr val="bg1"/>
              </a:solidFill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s-UY" sz="1100" noProof="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</a:p>
          <a:p>
            <a:pPr marL="0" indent="0">
              <a:spcAft>
                <a:spcPts val="200"/>
              </a:spcAft>
              <a:buNone/>
            </a:pPr>
            <a:endParaRPr lang="es-UY" sz="1100" noProof="0" dirty="0">
              <a:solidFill>
                <a:schemeClr val="bg1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s-UY" sz="1100" noProof="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shinyApp(ui, server)</a:t>
            </a:r>
            <a:endParaRPr lang="es-UY" sz="1100" noProof="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E0A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861646" y="562707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UY" sz="3000" b="1" noProof="0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Próxima clase: diseñamos la interfaz con barra lateral, grilla y pestañas.</a:t>
            </a:r>
            <a:endParaRPr lang="es-UY" sz="3000" noProof="0" dirty="0"/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596E9361-925B-C22D-4445-57DCF683A819}"/>
              </a:ext>
            </a:extLst>
          </p:cNvPr>
          <p:cNvSpPr txBox="1"/>
          <p:nvPr/>
        </p:nvSpPr>
        <p:spPr>
          <a:xfrm>
            <a:off x="861646" y="1842867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UY" sz="3000" b="1" noProof="0" dirty="0">
                <a:solidFill>
                  <a:schemeClr val="bg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Ejercicio propuesto:</a:t>
            </a:r>
            <a:endParaRPr lang="es-UY" sz="3000" noProof="0" dirty="0">
              <a:solidFill>
                <a:schemeClr val="bg1"/>
              </a:solidFill>
            </a:endParaRPr>
          </a:p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EF6CBB1E-7AC4-D64D-4A23-16403BA85056}"/>
              </a:ext>
            </a:extLst>
          </p:cNvPr>
          <p:cNvSpPr/>
          <p:nvPr/>
        </p:nvSpPr>
        <p:spPr>
          <a:xfrm>
            <a:off x="673491" y="2482945"/>
            <a:ext cx="7797018" cy="1693396"/>
          </a:xfrm>
          <a:prstGeom prst="roundRect">
            <a:avLst>
              <a:gd name="adj" fmla="val 2727"/>
            </a:avLst>
          </a:prstGeom>
          <a:solidFill>
            <a:srgbClr val="F4ECFB"/>
          </a:solidFill>
          <a:ln w="12700">
            <a:solidFill>
              <a:srgbClr val="F4ECFB"/>
            </a:solidFill>
            <a:prstDash val="solid"/>
          </a:ln>
        </p:spPr>
        <p:txBody>
          <a:bodyPr/>
          <a:lstStyle/>
          <a:p>
            <a:endParaRPr lang="es-UY" noProof="0" dirty="0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283C76DF-0789-9904-F785-36423F35C5A0}"/>
              </a:ext>
            </a:extLst>
          </p:cNvPr>
          <p:cNvSpPr txBox="1"/>
          <p:nvPr/>
        </p:nvSpPr>
        <p:spPr>
          <a:xfrm>
            <a:off x="940777" y="2482946"/>
            <a:ext cx="7156938" cy="1489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UY" sz="170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Probá ag</a:t>
            </a:r>
            <a:r>
              <a:rPr lang="es-UY" sz="1700" noProof="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regar un tercer output de texto con las personas habilitadas del departamento elegido. Necesitás un textOutput() en la UI y un renderText() en el server.</a:t>
            </a:r>
            <a:endParaRPr lang="es-UY" sz="1700" noProof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560</Words>
  <Application>Microsoft Office PowerPoint</Application>
  <PresentationFormat>On-screen Show (16:9)</PresentationFormat>
  <Paragraphs>70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Courier New</vt:lpstr>
      <vt:lpstr>Oswald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Clase 2 · Bases de RStudio y Shiny</dc:title>
  <dc:subject>PptxGenJS Presentation</dc:subject>
  <dc:creator>Curso Shiny · Udelar</dc:creator>
  <cp:lastModifiedBy>Nahuel Roel</cp:lastModifiedBy>
  <cp:revision>1</cp:revision>
  <dcterms:created xsi:type="dcterms:W3CDTF">2026-09-24T02:10:08Z</dcterms:created>
  <dcterms:modified xsi:type="dcterms:W3CDTF">2026-09-26T19:57:20Z</dcterms:modified>
</cp:coreProperties>
</file>